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Change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Introduzione al Change Detection in Angular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Cos'è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che aggiorna automaticamente la UI quando cambiano i dati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vs OnPush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Completo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app.component.ts</a:t>
            </a:r>
          </a:p>
          <a:p>
            <a:r>
              <a:t>import { Component } from '@angular/core';</a:t>
            </a:r>
          </a:p>
          <a:p/>
          <a:p>
            <a:r>
              <a:t>@Component({</a:t>
            </a:r>
          </a:p>
          <a:p>
            <a:r>
              <a:t> selector: 'app-root',</a:t>
            </a:r>
          </a:p>
          <a:p>
            <a:r>
              <a:t> template: `</a:t>
            </a:r>
          </a:p>
          <a:p>
            <a:r>
              <a:t>  &lt;h1&gt;{{counter}}&lt;/h1&gt;</a:t>
            </a:r>
          </a:p>
          <a:p>
            <a:r>
              <a:t>  &lt;button (click)="increment()"&gt;+&lt;/button&gt;</a:t>
            </a:r>
          </a:p>
          <a:p>
            <a:r>
              <a:t> `</a:t>
            </a:r>
          </a:p>
          <a:p>
            <a:r>
              <a:t>})</a:t>
            </a:r>
          </a:p>
          <a:p>
            <a:r>
              <a:t>export class AppComponent {</a:t>
            </a:r>
          </a:p>
          <a:p>
            <a:r>
              <a:t> counter = 0;</a:t>
            </a:r>
          </a:p>
          <a:p/>
          <a:p>
            <a:r>
              <a:t> increment() {</a:t>
            </a:r>
          </a:p>
          <a:p>
            <a:r>
              <a:t>  this.counter++;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Esempio Completo OnPush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child.component.ts</a:t>
            </a:r>
          </a:p>
          <a:p>
            <a:r>
              <a:t>import { Component, Input, ChangeDetectionStrategy } from '@angular/core';</a:t>
            </a:r>
          </a:p>
          <a:p/>
          <a:p>
            <a:r>
              <a:t>@Component({</a:t>
            </a:r>
          </a:p>
          <a:p>
            <a:r>
              <a:t> selector: 'child',</a:t>
            </a:r>
          </a:p>
          <a:p>
            <a:r>
              <a:t> template: `{{data}}`,</a:t>
            </a:r>
          </a:p>
          <a:p>
            <a:r>
              <a:t> changeDetection: ChangeDetectionStrategy.OnPush</a:t>
            </a:r>
          </a:p>
          <a:p>
            <a:r>
              <a:t>})</a:t>
            </a:r>
          </a:p>
          <a:p>
            <a:r>
              <a:t>export class ChildComponent {</a:t>
            </a:r>
          </a:p>
          <a:p>
            <a:r>
              <a:t> @Input() data!: number;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parent.component.ts</a:t>
            </a:r>
          </a:p>
          <a:p>
            <a:r>
              <a:t>@Component({</a:t>
            </a:r>
          </a:p>
          <a:p>
            <a:r>
              <a:t> selector: 'parent',</a:t>
            </a:r>
          </a:p>
          <a:p>
            <a:r>
              <a:t> template: `</a:t>
            </a:r>
          </a:p>
          <a:p>
            <a:r>
              <a:t>  &lt;child [data]="value"&gt;&lt;/child&gt;</a:t>
            </a:r>
          </a:p>
          <a:p>
            <a:r>
              <a:t>  &lt;button (click)="change()"&gt;Change&lt;/button&gt;</a:t>
            </a:r>
          </a:p>
          <a:p>
            <a:r>
              <a:t> `</a:t>
            </a:r>
          </a:p>
          <a:p>
            <a:r>
              <a:t>})</a:t>
            </a:r>
          </a:p>
          <a:p>
            <a:r>
              <a:t>export class ParentComponent {</a:t>
            </a:r>
          </a:p>
          <a:p>
            <a:r>
              <a:t> value = 0;</a:t>
            </a:r>
          </a:p>
          <a:p/>
          <a:p>
            <a:r>
              <a:t> change() {</a:t>
            </a:r>
          </a:p>
          <a:p>
            <a:r>
              <a:t>  this.value++;</a:t>
            </a:r>
          </a:p>
          <a:p>
            <a:r>
              <a:t>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Manuale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constructor(private cd: ChangeDetectorRef) {}</a:t>
            </a:r>
          </a:p>
          <a:p/>
          <a:p>
            <a:r>
              <a:t>update() {</a:t>
            </a:r>
          </a:p>
          <a:p>
            <a:r>
              <a:t> this.cd.detectChanges();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