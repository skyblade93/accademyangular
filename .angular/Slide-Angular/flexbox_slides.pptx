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FLEXBOX (CSS Flexible Box Layout)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Modello di layout CSS</a:t>
            </a:r>
          </a:p>
          <a:p>
            <a:r>
              <a:t>Distribuzione flessibile degli elementi</a:t>
            </a:r>
          </a:p>
          <a:p>
            <a:r>
              <a:t>Ideale per layout responsive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Cos'è Flexbox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Modello di layout CSS</a:t>
            </a:r>
          </a:p>
          <a:p>
            <a:r>
              <a:t>Distribuisce elementi in modo flessibile</a:t>
            </a:r>
          </a:p>
          <a:p>
            <a:r>
              <a:t>Perfetto per layout dinamici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Concetti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Container: display: flex</a:t>
            </a:r>
          </a:p>
          <a:p>
            <a:r>
              <a:t>Items: figli del container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Direzione (flex-direction)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 (default)</a:t>
            </a:r>
          </a:p>
          <a:p>
            <a:r>
              <a:t>row-reverse</a:t>
            </a:r>
          </a:p>
          <a:p>
            <a:r>
              <a:t>column</a:t>
            </a:r>
          </a:p>
          <a:p>
            <a:r>
              <a:t>column-reverse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Allineamento orizzontale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flex-start</a:t>
            </a:r>
          </a:p>
          <a:p>
            <a:r>
              <a:t>flex-end</a:t>
            </a:r>
          </a:p>
          <a:p>
            <a:r>
              <a:t>center</a:t>
            </a:r>
          </a:p>
          <a:p>
            <a:r>
              <a:t>space-between</a:t>
            </a:r>
          </a:p>
          <a:p>
            <a:r>
              <a:t>space-around</a:t>
            </a:r>
          </a:p>
          <a:p>
            <a:r>
              <a:t>space-evenly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Allineamento verticale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stretch</a:t>
            </a:r>
          </a:p>
          <a:p>
            <a:r>
              <a:t>flex-start</a:t>
            </a:r>
          </a:p>
          <a:p>
            <a:r>
              <a:t>flex-end</a:t>
            </a:r>
          </a:p>
          <a:p>
            <a:r>
              <a:t>center</a:t>
            </a:r>
          </a:p>
          <a:p>
            <a:r>
              <a:t>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Flex-wrap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nowrap</a:t>
            </a:r>
          </a:p>
          <a:p>
            <a:r>
              <a:t>wrap</a:t>
            </a:r>
          </a:p>
          <a:p>
            <a:r>
              <a:t>wrap-reverse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Aggiunge spazio tra elementi</a:t>
            </a:r>
          </a:p>
          <a:p>
            <a:r>
              <a:t>Esempio: gap: 10px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Proprietà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flex-grow</a:t>
            </a:r>
          </a:p>
          <a:p>
            <a:r>
              <a:t>flex-shrink</a:t>
            </a:r>
          </a:p>
          <a:p>
            <a:r>
              <a:t>flex-basis</a:t>
            </a:r>
          </a:p>
          <a:p>
            <a:r>
              <a:t>Esempio: flex: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Align-self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Permette allineamento diverso per singolo elemento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Esempio completo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display: flex</a:t>
            </a:r>
          </a:p>
          <a:p>
            <a:r>
              <a:t>justify-content: center</a:t>
            </a:r>
          </a:p>
          <a:p>
            <a:r>
              <a:t>align-items: center</a:t>
            </a:r>
          </a:p>
          <a:p>
            <a:r>
              <a:t>height: 100vh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Quando usare Flexbox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Layout semplici</a:t>
            </a:r>
          </a:p>
          <a:p>
            <a:r>
              <a:t>Componenti UI</a:t>
            </a:r>
          </a:p>
          <a:p>
            <a:r>
              <a:t>Navbar</a:t>
            </a:r>
          </a:p>
          <a:p>
            <a:r>
              <a:t>Centratura elementi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Flexbox vs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Flexbox: 1 dimensione</a:t>
            </a:r>
          </a:p>
          <a:p>
            <a:r>
              <a:t>Grid: 2 dimensioni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Facile</a:t>
            </a:r>
          </a:p>
          <a:p>
            <a:r>
              <a:t>Potente</a:t>
            </a:r>
          </a:p>
          <a:p>
            <a:r>
              <a:t>Fondamentale nel web moderno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