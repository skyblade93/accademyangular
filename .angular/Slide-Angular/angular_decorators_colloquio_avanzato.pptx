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Angular Decorators - Colloquio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Panoramica + esempi pratici + domande tipiche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@Component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Definisce un componente UI.</a:t>
            </a:r>
          </a:p>
          <a:p/>
          <a:p>
            <a:r>
              <a:t>Esempio:</a:t>
            </a:r>
          </a:p>
          <a:p>
            <a:r>
              <a:t>@Component({</a:t>
            </a:r>
          </a:p>
          <a:p>
            <a:r>
              <a:t> selector: 'app-user',</a:t>
            </a:r>
          </a:p>
          <a:p>
            <a:r>
              <a:t> template: '&lt;h1&gt;{{name}}&lt;/h1&gt;'</a:t>
            </a:r>
          </a:p>
          <a:p>
            <a:r>
              <a:t>})</a:t>
            </a:r>
          </a:p>
          <a:p>
            <a:r>
              <a:t>export class UserComponent {</a:t>
            </a:r>
          </a:p>
          <a:p>
            <a:r>
              <a:t> name = 'Mario';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@NgModule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Organizza l'app.</a:t>
            </a:r>
          </a:p>
          <a:p/>
          <a:p>
            <a:r>
              <a:t>@NgModule({</a:t>
            </a:r>
          </a:p>
          <a:p>
            <a:r>
              <a:t> declarations: [UserComponent],</a:t>
            </a:r>
          </a:p>
          <a:p>
            <a:r>
              <a:t> imports: [],</a:t>
            </a:r>
          </a:p>
          <a:p>
            <a:r>
              <a:t> bootstrap: [UserComponent]</a:t>
            </a:r>
          </a:p>
          <a:p>
            <a:r>
              <a:t>})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@Injectable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Usato per servizi (DI).</a:t>
            </a:r>
          </a:p>
          <a:p/>
          <a:p>
            <a:r>
              <a:t>@Injectable({providedIn: 'root'})</a:t>
            </a:r>
          </a:p>
          <a:p>
            <a:r>
              <a:t>export class UserService {</a:t>
            </a:r>
          </a:p>
          <a:p>
            <a:r>
              <a:t> getUsers() { return ['Mario'];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@Input / @Output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Comunicazione componenti.</a:t>
            </a:r>
          </a:p>
          <a:p/>
          <a:p>
            <a:r>
              <a:t>@Input() name: string;</a:t>
            </a:r>
          </a:p>
          <a:p/>
          <a:p>
            <a:r>
              <a:t>@Output() clicked = new EventEmitter();</a:t>
            </a:r>
          </a:p>
          <a:p/>
          <a:p>
            <a:r>
              <a:t>this.clicked.emit();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@Directive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Direttiva custom.</a:t>
            </a:r>
          </a:p>
          <a:p/>
          <a:p>
            <a:r>
              <a:t>@Directive({</a:t>
            </a:r>
          </a:p>
          <a:p>
            <a:r>
              <a:t> selector: '[appHighlight]'</a:t>
            </a:r>
          </a:p>
          <a:p>
            <a:r>
              <a:t>})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@Pipe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Trasforma dati.</a:t>
            </a:r>
          </a:p>
          <a:p/>
          <a:p>
            <a:r>
              <a:t>@Pipe({name: 'upper'})</a:t>
            </a:r>
          </a:p>
          <a:p>
            <a:r>
              <a:t>transform(v: string){</a:t>
            </a:r>
          </a:p>
          <a:p>
            <a:r>
              <a:t> return v.toUpperCase();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Domande Tipiche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Cos'è un decorator in Angular?</a:t>
            </a:r>
          </a:p>
          <a:p>
            <a:r>
              <a:t>- Differenza tra @Input e @Output?</a:t>
            </a:r>
          </a:p>
          <a:p>
            <a:r>
              <a:t>- Cos'è Dependency Injection?</a:t>
            </a:r>
          </a:p>
          <a:p>
            <a:r>
              <a:t>- Cos'è un modulo?</a:t>
            </a:r>
          </a:p>
          <a:p>
            <a:r>
              <a:t>- Quando usare una directive?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Come Rispondere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Decorator = metadati per Angular.</a:t>
            </a:r>
          </a:p>
          <a:p>
            <a:r>
              <a:t>DI = gestione automatica dipendenze.</a:t>
            </a:r>
          </a:p>
          <a:p>
            <a:r>
              <a:t>@Input/@Output = comunicazione componenti.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