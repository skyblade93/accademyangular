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Introduzione al tema: come Angular gestisce i dati tra componenti.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Spiegare che i service centralizzano la logica e favoriscono il riuso.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Sottolineare che Angular gestisce automaticamente le dipendenze.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Importante concetto per gestire eventi asincroni e dati continui.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Spiegare i tre metodi principali e quando vengono chiamati.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Subscribe è fondamentale per iniziare il flusso di dati.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Mostrare come Angular usa observable per chiamate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Attenzione alla gestione della memoria e pulizia delle subscription.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Consigliato nelle view Angular per semplificare il codice.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Ripasso veloce dei concetti chiave.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Aprire spazio alle domande del pubblico.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Angular: Services, Observable, Subscribe e Observer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Gestione dei dati e comunicazione tra componenti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🧩 Cos'è un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Classe per condividere dati e logica</a:t>
            </a:r>
          </a:p>
          <a:p>
            <a:pPr/>
            <a:r>
              <a:rPr sz="2000">
                <a:solidFill>
                  <a:srgbClr val="3C3C3C"/>
                </a:solidFill>
              </a:rPr>
              <a:t>Riutilizzabile in più componenti</a:t>
            </a:r>
          </a:p>
          <a:p>
            <a:pPr/>
            <a:r>
              <a:rPr sz="2000">
                <a:solidFill>
                  <a:srgbClr val="3C3C3C"/>
                </a:solidFill>
              </a:rPr>
              <a:t>Usato per API e business logic</a:t>
            </a:r>
          </a:p>
          <a:p>
            <a:pPr/>
            <a:r>
              <a:rPr sz="2000">
                <a:solidFill>
                  <a:srgbClr val="3C3C3C"/>
                </a:solidFill>
              </a:rPr>
              <a:t>@Injectable({ providedIn: 'root' })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🔗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Sistema integrato in Angular</a:t>
            </a:r>
          </a:p>
          <a:p>
            <a:pPr/>
            <a:r>
              <a:rPr sz="2000">
                <a:solidFill>
                  <a:srgbClr val="3C3C3C"/>
                </a:solidFill>
              </a:rPr>
              <a:t>Permette di usare i servizi nei componenti</a:t>
            </a:r>
          </a:p>
          <a:p>
            <a:pPr/>
            <a:r>
              <a:rPr sz="2000">
                <a:solidFill>
                  <a:srgbClr val="3C3C3C"/>
                </a:solidFill>
              </a:rPr>
              <a:t>Angular crea automaticamente l’istanza</a:t>
            </a:r>
          </a:p>
          <a:p>
            <a:pPr/>
            <a:r>
              <a:rPr sz="2000">
                <a:solidFill>
                  <a:srgbClr val="3C3C3C"/>
                </a:solidFill>
              </a:rPr>
              <a:t>constructor(private mioService: MioService) {}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📡 Observable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Flusso di dati nel tempo</a:t>
            </a:r>
          </a:p>
          <a:p>
            <a:pPr/>
            <a:r>
              <a:rPr sz="2000">
                <a:solidFill>
                  <a:srgbClr val="3C3C3C"/>
                </a:solidFill>
              </a:rPr>
              <a:t>Fa parte di RxJS</a:t>
            </a:r>
          </a:p>
          <a:p>
            <a:pPr/>
            <a:r>
              <a:rPr sz="2000">
                <a:solidFill>
                  <a:srgbClr val="3C3C3C"/>
                </a:solidFill>
              </a:rPr>
              <a:t>Può emettere più valori</a:t>
            </a:r>
          </a:p>
          <a:p>
            <a:pPr/>
            <a:r>
              <a:rPr sz="2000">
                <a:solidFill>
                  <a:srgbClr val="3C3C3C"/>
                </a:solidFill>
              </a:rPr>
              <a:t>È asincrono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👀 Observer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Riceve i dati dall’Observable</a:t>
            </a:r>
          </a:p>
          <a:p>
            <a:pPr/>
            <a:r>
              <a:rPr sz="2000">
                <a:solidFill>
                  <a:srgbClr val="3C3C3C"/>
                </a:solidFill>
              </a:rPr>
              <a:t>Gestisce il flusso</a:t>
            </a:r>
          </a:p>
          <a:p>
            <a:pPr/>
            <a:r>
              <a:rPr sz="2000">
                <a:solidFill>
                  <a:srgbClr val="3C3C3C"/>
                </a:solidFill>
              </a:rPr>
              <a:t>Metodi:</a:t>
            </a:r>
          </a:p>
          <a:p>
            <a:pPr/>
            <a:r>
              <a:rPr sz="2000">
                <a:solidFill>
                  <a:srgbClr val="3C3C3C"/>
                </a:solidFill>
              </a:rPr>
              <a:t>next(), error(), complete()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🔔 Subscribe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Attiva l’Observable</a:t>
            </a:r>
          </a:p>
          <a:p>
            <a:pPr/>
            <a:r>
              <a:rPr sz="2000">
                <a:solidFill>
                  <a:srgbClr val="3C3C3C"/>
                </a:solidFill>
              </a:rPr>
              <a:t>Permette di leggere i dati</a:t>
            </a:r>
          </a:p>
          <a:p>
            <a:pPr/>
            <a:r>
              <a:rPr sz="2000">
                <a:solidFill>
                  <a:srgbClr val="3C3C3C"/>
                </a:solidFill>
              </a:rPr>
              <a:t>obs$.subscribe({</a:t>
            </a:r>
          </a:p>
          <a:p>
            <a:pPr/>
            <a:r>
              <a:rPr sz="2000">
                <a:solidFill>
                  <a:srgbClr val="3C3C3C"/>
                </a:solidFill>
              </a:rPr>
              <a:t>  next: value =&gt; console.log(value),</a:t>
            </a:r>
          </a:p>
          <a:p>
            <a:pPr/>
            <a:r>
              <a:rPr sz="2000">
                <a:solidFill>
                  <a:srgbClr val="3C3C3C"/>
                </a:solidFill>
              </a:rPr>
              <a:t>  error: err =&gt; console.error(err),</a:t>
            </a:r>
          </a:p>
          <a:p>
            <a:pPr/>
            <a:r>
              <a:rPr sz="2000">
                <a:solidFill>
                  <a:srgbClr val="3C3C3C"/>
                </a:solidFill>
              </a:rPr>
              <a:t>  complete: () =&gt; console.log('Fine')</a:t>
            </a:r>
          </a:p>
          <a:p>
            <a:pPr/>
            <a:r>
              <a:rPr sz="2000">
                <a:solidFill>
                  <a:srgbClr val="3C3C3C"/>
                </a:solidFill>
              </a:rP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🌐 HttpClient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Angular usa Observable per HTTP</a:t>
            </a:r>
          </a:p>
          <a:p>
            <a:pPr/>
            <a:r>
              <a:rPr sz="2000">
                <a:solidFill>
                  <a:srgbClr val="3C3C3C"/>
                </a:solidFill>
              </a:rPr>
              <a:t>Comunicazione con API</a:t>
            </a:r>
          </a:p>
          <a:p>
            <a:pPr/>
            <a:r>
              <a:rPr sz="2000">
                <a:solidFill>
                  <a:srgbClr val="3C3C3C"/>
                </a:solidFill>
              </a:rPr>
              <a:t>this.http.get('url')</a:t>
            </a:r>
          </a:p>
          <a:p>
            <a:pPr/>
            <a:r>
              <a:rPr sz="2000">
                <a:solidFill>
                  <a:srgbClr val="3C3C3C"/>
                </a:solidFill>
              </a:rPr>
              <a:t>  .subscribe(data =&gt; console.log(data));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⚠️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Fare unsubscribe quando necessario</a:t>
            </a:r>
          </a:p>
          <a:p>
            <a:pPr/>
            <a:r>
              <a:rPr sz="2000">
                <a:solidFill>
                  <a:srgbClr val="3C3C3C"/>
                </a:solidFill>
              </a:rPr>
              <a:t>Usare async pipe</a:t>
            </a:r>
          </a:p>
          <a:p>
            <a:pPr/>
            <a:r>
              <a:rPr sz="2000">
                <a:solidFill>
                  <a:srgbClr val="3C3C3C"/>
                </a:solidFill>
              </a:rPr>
              <a:t>Evitare memory leak</a:t>
            </a:r>
          </a:p>
          <a:p>
            <a:pPr/>
            <a:r>
              <a:rPr sz="2000">
                <a:solidFill>
                  <a:srgbClr val="3C3C3C"/>
                </a:solidFill>
              </a:rPr>
              <a:t>Non abusare di subscribe annidati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🔄 Async Pipe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Gestisce subscribe automaticamente</a:t>
            </a:r>
          </a:p>
          <a:p>
            <a:pPr/>
            <a:r>
              <a:rPr sz="2000">
                <a:solidFill>
                  <a:srgbClr val="3C3C3C"/>
                </a:solidFill>
              </a:rPr>
              <a:t>Evita memory leak</a:t>
            </a:r>
          </a:p>
          <a:p>
            <a:pPr/>
            <a:r>
              <a:rPr sz="2000">
                <a:solidFill>
                  <a:srgbClr val="3C3C3C"/>
                </a:solidFill>
              </a:rPr>
              <a:t>{{ data$ | async 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🎯 Riassunto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Service → logica condivisa</a:t>
            </a:r>
          </a:p>
          <a:p>
            <a:pPr/>
            <a:r>
              <a:rPr sz="2000">
                <a:solidFill>
                  <a:srgbClr val="3C3C3C"/>
                </a:solidFill>
              </a:rPr>
              <a:t>Observable → flusso dati</a:t>
            </a:r>
          </a:p>
          <a:p>
            <a:pPr/>
            <a:r>
              <a:rPr sz="2000">
                <a:solidFill>
                  <a:srgbClr val="3C3C3C"/>
                </a:solidFill>
              </a:rPr>
              <a:t>Observer → riceve dati</a:t>
            </a:r>
          </a:p>
          <a:p>
            <a:pPr/>
            <a:r>
              <a:rPr sz="2000">
                <a:solidFill>
                  <a:srgbClr val="3C3C3C"/>
                </a:solidFill>
              </a:rPr>
              <a:t>Subscribe → attiva il flusso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1E1E"/>
                </a:solidFill>
              </a:rPr>
              <a:t>❓ Domande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</a:rPr>
              <a:t>Hai 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