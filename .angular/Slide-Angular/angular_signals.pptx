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Guida completa e dettagliata sui Signals in Angular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 un Signal?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Signal è una nuova API reattiva introdotta in Angular per gestire lo stato.</a:t>
            </a:r>
          </a:p>
          <a:p>
            <a:r>
              <a:t>- Tiene traccia dei valori</a:t>
            </a:r>
          </a:p>
          <a:p>
            <a:r>
              <a:t>- Notifica automaticamente i cambiamenti</a:t>
            </a:r>
          </a:p>
          <a:p>
            <a:r>
              <a:t>- Migliora le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Perché usare Signals?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Alternativa a RxJS per molti casi</a:t>
            </a:r>
          </a:p>
          <a:p>
            <a:r>
              <a:t>- Più semplice da usare</a:t>
            </a:r>
          </a:p>
          <a:p>
            <a:r>
              <a:t>- Aggiornamenti automatici della UI</a:t>
            </a:r>
          </a:p>
          <a:p>
            <a:r>
              <a:t>- Migliore leggibilità del codice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Creazione di un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{ signal } from '@angular/core';</a:t>
            </a:r>
          </a:p>
          <a:p/>
          <a:p>
            <a:r>
              <a:t>const count = signal(0);</a:t>
            </a:r>
          </a:p>
          <a:p>
            <a:r>
              <a:t>count(); // leggere</a:t>
            </a:r>
          </a:p>
          <a:p>
            <a:r>
              <a:t>count.set(1); // aggiornare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Computed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Signals derivati da altri signals</a:t>
            </a:r>
          </a:p>
          <a:p/>
          <a:p>
            <a:r>
              <a:t>const double = computed(() =&gt; count() * 2);</a:t>
            </a:r>
          </a:p>
          <a:p>
            <a:r>
              <a:t>- Si aggiornano automaticamente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Esegue codice quando i signals cambiano</a:t>
            </a:r>
          </a:p>
          <a:p/>
          <a:p>
            <a:r>
              <a:t>effect(() =&gt; {</a:t>
            </a:r>
          </a:p>
          <a:p>
            <a:r>
              <a:t> console.log(count());</a:t>
            </a:r>
          </a:p>
          <a:p>
            <a:r>
              <a:t>});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Signals vs RxJS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Signals:</a:t>
            </a:r>
          </a:p>
          <a:p>
            <a:r>
              <a:t>- Sincroni</a:t>
            </a:r>
          </a:p>
          <a:p>
            <a:r>
              <a:t>- Più semplici</a:t>
            </a:r>
          </a:p>
          <a:p/>
          <a:p>
            <a:r>
              <a:t>RxJS:</a:t>
            </a:r>
          </a:p>
          <a:p>
            <a:r>
              <a:t>- Potente per async</a:t>
            </a:r>
          </a:p>
          <a:p>
            <a:r>
              <a:t>- Stream complessi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Performance migliorate</a:t>
            </a:r>
          </a:p>
          <a:p>
            <a:r>
              <a:t>- Meno boilerplate</a:t>
            </a:r>
          </a:p>
          <a:p>
            <a:r>
              <a:t>- Debug più semplice</a:t>
            </a:r>
          </a:p>
          <a:p>
            <a:r>
              <a:t>- Reactive senza complessità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Quando usarli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Stato locale</a:t>
            </a:r>
          </a:p>
          <a:p>
            <a:r>
              <a:t>- UI reattiva</a:t>
            </a:r>
          </a:p>
          <a:p>
            <a:r>
              <a:t>- Sostituire BehaviorSubject in molti casi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Signals rappresentano il futuro della reattività in Angular.</a:t>
            </a:r>
          </a:p>
          <a:p>
            <a:r>
              <a:t>Più semplici, più veloci, più intuitivi.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