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2" r:id="rId4"/>
    <p:sldId id="258" r:id="rId5"/>
    <p:sldId id="261" r:id="rId6"/>
    <p:sldId id="259" r:id="rId7"/>
    <p:sldId id="260" r:id="rId8"/>
    <p:sldId id="262" r:id="rId9"/>
    <p:sldId id="263" r:id="rId10"/>
    <p:sldId id="264" r:id="rId11"/>
    <p:sldId id="271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DE9BB-A33E-5DA1-2DFE-1F55020F69D8}" v="850" dt="2026-04-13T11:58:51.3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zo Piccolo" userId="def4cbf190fb66b3" providerId="Windows Live" clId="Web-{696DE9BB-A33E-5DA1-2DFE-1F55020F69D8}"/>
    <pc:docChg chg="addSld modSld sldOrd">
      <pc:chgData name="Vincenzo Piccolo" userId="def4cbf190fb66b3" providerId="Windows Live" clId="Web-{696DE9BB-A33E-5DA1-2DFE-1F55020F69D8}" dt="2026-04-13T11:58:51.385" v="605" actId="20577"/>
      <pc:docMkLst>
        <pc:docMk/>
      </pc:docMkLst>
      <pc:sldChg chg="modSp">
        <pc:chgData name="Vincenzo Piccolo" userId="def4cbf190fb66b3" providerId="Windows Live" clId="Web-{696DE9BB-A33E-5DA1-2DFE-1F55020F69D8}" dt="2026-04-13T07:32:34.430" v="292" actId="20577"/>
        <pc:sldMkLst>
          <pc:docMk/>
          <pc:sldMk cId="0" sldId="256"/>
        </pc:sldMkLst>
        <pc:spChg chg="mod">
          <ac:chgData name="Vincenzo Piccolo" userId="def4cbf190fb66b3" providerId="Windows Live" clId="Web-{696DE9BB-A33E-5DA1-2DFE-1F55020F69D8}" dt="2026-04-13T07:32:34.430" v="29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Vincenzo Piccolo" userId="def4cbf190fb66b3" providerId="Windows Live" clId="Web-{696DE9BB-A33E-5DA1-2DFE-1F55020F69D8}" dt="2026-04-13T07:04:30.960" v="2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Vincenzo Piccolo" userId="def4cbf190fb66b3" providerId="Windows Live" clId="Web-{696DE9BB-A33E-5DA1-2DFE-1F55020F69D8}" dt="2026-04-13T11:58:51.385" v="605" actId="20577"/>
        <pc:sldMkLst>
          <pc:docMk/>
          <pc:sldMk cId="0" sldId="260"/>
        </pc:sldMkLst>
        <pc:spChg chg="mod">
          <ac:chgData name="Vincenzo Piccolo" userId="def4cbf190fb66b3" providerId="Windows Live" clId="Web-{696DE9BB-A33E-5DA1-2DFE-1F55020F69D8}" dt="2026-04-13T11:58:51.385" v="605" actId="20577"/>
          <ac:spMkLst>
            <pc:docMk/>
            <pc:sldMk cId="0" sldId="260"/>
            <ac:spMk id="3" creationId="{00000000-0000-0000-0000-000000000000}"/>
          </ac:spMkLst>
        </pc:spChg>
      </pc:sldChg>
      <pc:sldChg chg="addSp modSp ord">
        <pc:chgData name="Vincenzo Piccolo" userId="def4cbf190fb66b3" providerId="Windows Live" clId="Web-{696DE9BB-A33E-5DA1-2DFE-1F55020F69D8}" dt="2026-04-13T07:41:08.658" v="504"/>
        <pc:sldMkLst>
          <pc:docMk/>
          <pc:sldMk cId="0" sldId="261"/>
        </pc:sldMkLst>
        <pc:spChg chg="add mod">
          <ac:chgData name="Vincenzo Piccolo" userId="def4cbf190fb66b3" providerId="Windows Live" clId="Web-{696DE9BB-A33E-5DA1-2DFE-1F55020F69D8}" dt="2026-04-13T07:32:01.195" v="291" actId="20577"/>
          <ac:spMkLst>
            <pc:docMk/>
            <pc:sldMk cId="0" sldId="261"/>
            <ac:spMk id="4" creationId="{6AE72A34-2B49-F85C-07B1-C1C426118E8F}"/>
          </ac:spMkLst>
        </pc:spChg>
      </pc:sldChg>
      <pc:sldChg chg="modSp">
        <pc:chgData name="Vincenzo Piccolo" userId="def4cbf190fb66b3" providerId="Windows Live" clId="Web-{696DE9BB-A33E-5DA1-2DFE-1F55020F69D8}" dt="2026-04-13T07:09:32.578" v="49" actId="20577"/>
        <pc:sldMkLst>
          <pc:docMk/>
          <pc:sldMk cId="0" sldId="264"/>
        </pc:sldMkLst>
        <pc:spChg chg="mod">
          <ac:chgData name="Vincenzo Piccolo" userId="def4cbf190fb66b3" providerId="Windows Live" clId="Web-{696DE9BB-A33E-5DA1-2DFE-1F55020F69D8}" dt="2026-04-13T07:09:32.578" v="49" actId="20577"/>
          <ac:spMkLst>
            <pc:docMk/>
            <pc:sldMk cId="0" sldId="264"/>
            <ac:spMk id="3" creationId="{00000000-0000-0000-0000-000000000000}"/>
          </ac:spMkLst>
        </pc:spChg>
      </pc:sldChg>
      <pc:sldChg chg="addSp delSp modSp">
        <pc:chgData name="Vincenzo Piccolo" userId="def4cbf190fb66b3" providerId="Windows Live" clId="Web-{696DE9BB-A33E-5DA1-2DFE-1F55020F69D8}" dt="2026-04-13T07:28:35.255" v="269" actId="14100"/>
        <pc:sldMkLst>
          <pc:docMk/>
          <pc:sldMk cId="0" sldId="267"/>
        </pc:sldMkLst>
        <pc:spChg chg="add mod">
          <ac:chgData name="Vincenzo Piccolo" userId="def4cbf190fb66b3" providerId="Windows Live" clId="Web-{696DE9BB-A33E-5DA1-2DFE-1F55020F69D8}" dt="2026-04-13T07:25:27.861" v="230" actId="14100"/>
          <ac:spMkLst>
            <pc:docMk/>
            <pc:sldMk cId="0" sldId="267"/>
            <ac:spMk id="4" creationId="{AC43F25C-9A35-D76E-9D2A-33823F2CC1BA}"/>
          </ac:spMkLst>
        </pc:spChg>
        <pc:spChg chg="add mod">
          <ac:chgData name="Vincenzo Piccolo" userId="def4cbf190fb66b3" providerId="Windows Live" clId="Web-{696DE9BB-A33E-5DA1-2DFE-1F55020F69D8}" dt="2026-04-13T07:25:41.314" v="236" actId="1076"/>
          <ac:spMkLst>
            <pc:docMk/>
            <pc:sldMk cId="0" sldId="267"/>
            <ac:spMk id="5" creationId="{0BF8969D-3F34-FEF7-48F5-863B880C3A92}"/>
          </ac:spMkLst>
        </pc:spChg>
        <pc:spChg chg="add mod">
          <ac:chgData name="Vincenzo Piccolo" userId="def4cbf190fb66b3" providerId="Windows Live" clId="Web-{696DE9BB-A33E-5DA1-2DFE-1F55020F69D8}" dt="2026-04-13T07:25:51.705" v="239" actId="1076"/>
          <ac:spMkLst>
            <pc:docMk/>
            <pc:sldMk cId="0" sldId="267"/>
            <ac:spMk id="6" creationId="{2B78FC87-8C2C-98B8-F3CA-BB9B9D5E50A4}"/>
          </ac:spMkLst>
        </pc:spChg>
        <pc:spChg chg="add mod">
          <ac:chgData name="Vincenzo Piccolo" userId="def4cbf190fb66b3" providerId="Windows Live" clId="Web-{696DE9BB-A33E-5DA1-2DFE-1F55020F69D8}" dt="2026-04-13T07:25:49.236" v="238" actId="1076"/>
          <ac:spMkLst>
            <pc:docMk/>
            <pc:sldMk cId="0" sldId="267"/>
            <ac:spMk id="7" creationId="{F1822DDF-284E-C0FE-6718-C2E43F0D3B59}"/>
          </ac:spMkLst>
        </pc:spChg>
        <pc:spChg chg="add mod">
          <ac:chgData name="Vincenzo Piccolo" userId="def4cbf190fb66b3" providerId="Windows Live" clId="Web-{696DE9BB-A33E-5DA1-2DFE-1F55020F69D8}" dt="2026-04-13T07:25:46.814" v="237" actId="1076"/>
          <ac:spMkLst>
            <pc:docMk/>
            <pc:sldMk cId="0" sldId="267"/>
            <ac:spMk id="8" creationId="{F529878A-220D-0318-89EA-B0C747BEAA26}"/>
          </ac:spMkLst>
        </pc:spChg>
        <pc:spChg chg="add mod">
          <ac:chgData name="Vincenzo Piccolo" userId="def4cbf190fb66b3" providerId="Windows Live" clId="Web-{696DE9BB-A33E-5DA1-2DFE-1F55020F69D8}" dt="2026-04-13T07:26:16.299" v="242" actId="1076"/>
          <ac:spMkLst>
            <pc:docMk/>
            <pc:sldMk cId="0" sldId="267"/>
            <ac:spMk id="10" creationId="{0DE3227F-1F84-0CFD-1704-37E674807116}"/>
          </ac:spMkLst>
        </pc:spChg>
        <pc:spChg chg="add mod">
          <ac:chgData name="Vincenzo Piccolo" userId="def4cbf190fb66b3" providerId="Windows Live" clId="Web-{696DE9BB-A33E-5DA1-2DFE-1F55020F69D8}" dt="2026-04-13T07:27:14.832" v="251" actId="1076"/>
          <ac:spMkLst>
            <pc:docMk/>
            <pc:sldMk cId="0" sldId="267"/>
            <ac:spMk id="11" creationId="{21362355-912A-13AE-9647-661058A23B93}"/>
          </ac:spMkLst>
        </pc:spChg>
        <pc:spChg chg="add mod">
          <ac:chgData name="Vincenzo Piccolo" userId="def4cbf190fb66b3" providerId="Windows Live" clId="Web-{696DE9BB-A33E-5DA1-2DFE-1F55020F69D8}" dt="2026-04-13T07:26:39.362" v="249" actId="1076"/>
          <ac:spMkLst>
            <pc:docMk/>
            <pc:sldMk cId="0" sldId="267"/>
            <ac:spMk id="12" creationId="{30E429E9-1092-F25B-8C2F-5C6FA310EC30}"/>
          </ac:spMkLst>
        </pc:spChg>
        <pc:spChg chg="add mod">
          <ac:chgData name="Vincenzo Piccolo" userId="def4cbf190fb66b3" providerId="Windows Live" clId="Web-{696DE9BB-A33E-5DA1-2DFE-1F55020F69D8}" dt="2026-04-13T07:28:16.130" v="264" actId="20577"/>
          <ac:spMkLst>
            <pc:docMk/>
            <pc:sldMk cId="0" sldId="267"/>
            <ac:spMk id="13" creationId="{6AFB6A1D-0408-8F6C-20B5-B99A8DCE917D}"/>
          </ac:spMkLst>
        </pc:spChg>
        <pc:cxnChg chg="add del">
          <ac:chgData name="Vincenzo Piccolo" userId="def4cbf190fb66b3" providerId="Windows Live" clId="Web-{696DE9BB-A33E-5DA1-2DFE-1F55020F69D8}" dt="2026-04-13T07:24:42.688" v="215"/>
          <ac:cxnSpMkLst>
            <pc:docMk/>
            <pc:sldMk cId="0" sldId="267"/>
            <ac:cxnSpMk id="9" creationId="{0082A66E-D2B7-17B8-D853-F010743D00AA}"/>
          </ac:cxnSpMkLst>
        </pc:cxnChg>
        <pc:cxnChg chg="add mod">
          <ac:chgData name="Vincenzo Piccolo" userId="def4cbf190fb66b3" providerId="Windows Live" clId="Web-{696DE9BB-A33E-5DA1-2DFE-1F55020F69D8}" dt="2026-04-13T07:28:35.255" v="269" actId="14100"/>
          <ac:cxnSpMkLst>
            <pc:docMk/>
            <pc:sldMk cId="0" sldId="267"/>
            <ac:cxnSpMk id="14" creationId="{996AE6C2-DB70-AB13-8265-CBFB7B1FD267}"/>
          </ac:cxnSpMkLst>
        </pc:cxnChg>
      </pc:sldChg>
      <pc:sldChg chg="modSp">
        <pc:chgData name="Vincenzo Piccolo" userId="def4cbf190fb66b3" providerId="Windows Live" clId="Web-{696DE9BB-A33E-5DA1-2DFE-1F55020F69D8}" dt="2026-04-13T07:10:52.564" v="119" actId="20577"/>
        <pc:sldMkLst>
          <pc:docMk/>
          <pc:sldMk cId="0" sldId="268"/>
        </pc:sldMkLst>
        <pc:spChg chg="mod">
          <ac:chgData name="Vincenzo Piccolo" userId="def4cbf190fb66b3" providerId="Windows Live" clId="Web-{696DE9BB-A33E-5DA1-2DFE-1F55020F69D8}" dt="2026-04-13T07:10:52.564" v="119" actId="20577"/>
          <ac:spMkLst>
            <pc:docMk/>
            <pc:sldMk cId="0" sldId="268"/>
            <ac:spMk id="3" creationId="{00000000-0000-0000-0000-000000000000}"/>
          </ac:spMkLst>
        </pc:spChg>
      </pc:sldChg>
      <pc:sldChg chg="addSp modSp">
        <pc:chgData name="Vincenzo Piccolo" userId="def4cbf190fb66b3" providerId="Windows Live" clId="Web-{696DE9BB-A33E-5DA1-2DFE-1F55020F69D8}" dt="2026-04-13T07:20:12.036" v="166" actId="20577"/>
        <pc:sldMkLst>
          <pc:docMk/>
          <pc:sldMk cId="0" sldId="269"/>
        </pc:sldMkLst>
        <pc:spChg chg="mod">
          <ac:chgData name="Vincenzo Piccolo" userId="def4cbf190fb66b3" providerId="Windows Live" clId="Web-{696DE9BB-A33E-5DA1-2DFE-1F55020F69D8}" dt="2026-04-13T07:19:05.437" v="149" actId="20577"/>
          <ac:spMkLst>
            <pc:docMk/>
            <pc:sldMk cId="0" sldId="269"/>
            <ac:spMk id="3" creationId="{00000000-0000-0000-0000-000000000000}"/>
          </ac:spMkLst>
        </pc:spChg>
        <pc:spChg chg="add mod">
          <ac:chgData name="Vincenzo Piccolo" userId="def4cbf190fb66b3" providerId="Windows Live" clId="Web-{696DE9BB-A33E-5DA1-2DFE-1F55020F69D8}" dt="2026-04-13T07:20:12.036" v="166" actId="20577"/>
          <ac:spMkLst>
            <pc:docMk/>
            <pc:sldMk cId="0" sldId="269"/>
            <ac:spMk id="4" creationId="{85AB69C7-7065-7582-0677-F6A33120FA3A}"/>
          </ac:spMkLst>
        </pc:spChg>
      </pc:sldChg>
      <pc:sldChg chg="addSp modSp new">
        <pc:chgData name="Vincenzo Piccolo" userId="def4cbf190fb66b3" providerId="Windows Live" clId="Web-{696DE9BB-A33E-5DA1-2DFE-1F55020F69D8}" dt="2026-04-13T07:46:40.540" v="568" actId="1076"/>
        <pc:sldMkLst>
          <pc:docMk/>
          <pc:sldMk cId="1449636667" sldId="271"/>
        </pc:sldMkLst>
        <pc:spChg chg="mod">
          <ac:chgData name="Vincenzo Piccolo" userId="def4cbf190fb66b3" providerId="Windows Live" clId="Web-{696DE9BB-A33E-5DA1-2DFE-1F55020F69D8}" dt="2026-04-13T07:07:27.763" v="26" actId="20577"/>
          <ac:spMkLst>
            <pc:docMk/>
            <pc:sldMk cId="1449636667" sldId="271"/>
            <ac:spMk id="2" creationId="{1875FCC4-4453-BAB1-B3EA-DCE46BCFCF3E}"/>
          </ac:spMkLst>
        </pc:spChg>
        <pc:spChg chg="mod">
          <ac:chgData name="Vincenzo Piccolo" userId="def4cbf190fb66b3" providerId="Windows Live" clId="Web-{696DE9BB-A33E-5DA1-2DFE-1F55020F69D8}" dt="2026-04-13T07:46:40.540" v="568" actId="1076"/>
          <ac:spMkLst>
            <pc:docMk/>
            <pc:sldMk cId="1449636667" sldId="271"/>
            <ac:spMk id="3" creationId="{159D1F2B-30A8-B597-9C07-904488256199}"/>
          </ac:spMkLst>
        </pc:spChg>
        <pc:spChg chg="add mod">
          <ac:chgData name="Vincenzo Piccolo" userId="def4cbf190fb66b3" providerId="Windows Live" clId="Web-{696DE9BB-A33E-5DA1-2DFE-1F55020F69D8}" dt="2026-04-13T07:45:32.149" v="567" actId="20577"/>
          <ac:spMkLst>
            <pc:docMk/>
            <pc:sldMk cId="1449636667" sldId="271"/>
            <ac:spMk id="4" creationId="{334B155A-59EB-217C-637D-6FD76E7908A5}"/>
          </ac:spMkLst>
        </pc:spChg>
        <pc:spChg chg="add mod">
          <ac:chgData name="Vincenzo Piccolo" userId="def4cbf190fb66b3" providerId="Windows Live" clId="Web-{696DE9BB-A33E-5DA1-2DFE-1F55020F69D8}" dt="2026-04-13T07:44:25.382" v="546" actId="20577"/>
          <ac:spMkLst>
            <pc:docMk/>
            <pc:sldMk cId="1449636667" sldId="271"/>
            <ac:spMk id="5" creationId="{6B9CF4EC-89E1-1D00-211D-7268D6A235FA}"/>
          </ac:spMkLst>
        </pc:spChg>
      </pc:sldChg>
      <pc:sldChg chg="addSp delSp modSp new">
        <pc:chgData name="Vincenzo Piccolo" userId="def4cbf190fb66b3" providerId="Windows Live" clId="Web-{696DE9BB-A33E-5DA1-2DFE-1F55020F69D8}" dt="2026-04-13T07:40:32.845" v="503" actId="20577"/>
        <pc:sldMkLst>
          <pc:docMk/>
          <pc:sldMk cId="1653297" sldId="272"/>
        </pc:sldMkLst>
        <pc:spChg chg="mod">
          <ac:chgData name="Vincenzo Piccolo" userId="def4cbf190fb66b3" providerId="Windows Live" clId="Web-{696DE9BB-A33E-5DA1-2DFE-1F55020F69D8}" dt="2026-04-13T07:32:49.149" v="297" actId="20577"/>
          <ac:spMkLst>
            <pc:docMk/>
            <pc:sldMk cId="1653297" sldId="272"/>
            <ac:spMk id="2" creationId="{CA1AFE49-5957-880F-7DD6-7F911BBC7BE8}"/>
          </ac:spMkLst>
        </pc:spChg>
        <pc:spChg chg="mod">
          <ac:chgData name="Vincenzo Piccolo" userId="def4cbf190fb66b3" providerId="Windows Live" clId="Web-{696DE9BB-A33E-5DA1-2DFE-1F55020F69D8}" dt="2026-04-13T07:34:02.181" v="319" actId="20577"/>
          <ac:spMkLst>
            <pc:docMk/>
            <pc:sldMk cId="1653297" sldId="272"/>
            <ac:spMk id="3" creationId="{BCA1B218-94D2-C9DB-2C5D-D0602DE8F219}"/>
          </ac:spMkLst>
        </pc:spChg>
        <pc:spChg chg="add mod">
          <ac:chgData name="Vincenzo Piccolo" userId="def4cbf190fb66b3" providerId="Windows Live" clId="Web-{696DE9BB-A33E-5DA1-2DFE-1F55020F69D8}" dt="2026-04-13T07:36:55.178" v="376" actId="20577"/>
          <ac:spMkLst>
            <pc:docMk/>
            <pc:sldMk cId="1653297" sldId="272"/>
            <ac:spMk id="4" creationId="{40753A29-3116-3C76-302D-06DDC7913113}"/>
          </ac:spMkLst>
        </pc:spChg>
        <pc:spChg chg="add mod">
          <ac:chgData name="Vincenzo Piccolo" userId="def4cbf190fb66b3" providerId="Windows Live" clId="Web-{696DE9BB-A33E-5DA1-2DFE-1F55020F69D8}" dt="2026-04-13T07:34:38.541" v="336" actId="1076"/>
          <ac:spMkLst>
            <pc:docMk/>
            <pc:sldMk cId="1653297" sldId="272"/>
            <ac:spMk id="5" creationId="{1CD68FA4-F839-C27B-4E1A-AB45F065F39A}"/>
          </ac:spMkLst>
        </pc:spChg>
        <pc:spChg chg="add mod">
          <ac:chgData name="Vincenzo Piccolo" userId="def4cbf190fb66b3" providerId="Windows Live" clId="Web-{696DE9BB-A33E-5DA1-2DFE-1F55020F69D8}" dt="2026-04-13T07:36:17.347" v="370" actId="20577"/>
          <ac:spMkLst>
            <pc:docMk/>
            <pc:sldMk cId="1653297" sldId="272"/>
            <ac:spMk id="6" creationId="{53FFD39A-CB1E-018F-3689-A52912200222}"/>
          </ac:spMkLst>
        </pc:spChg>
        <pc:spChg chg="add del">
          <ac:chgData name="Vincenzo Piccolo" userId="def4cbf190fb66b3" providerId="Windows Live" clId="Web-{696DE9BB-A33E-5DA1-2DFE-1F55020F69D8}" dt="2026-04-13T07:36:06.877" v="368"/>
          <ac:spMkLst>
            <pc:docMk/>
            <pc:sldMk cId="1653297" sldId="272"/>
            <ac:spMk id="7" creationId="{94962DAD-AFBE-339D-2410-F576BB5A849F}"/>
          </ac:spMkLst>
        </pc:spChg>
        <pc:spChg chg="add mod">
          <ac:chgData name="Vincenzo Piccolo" userId="def4cbf190fb66b3" providerId="Windows Live" clId="Web-{696DE9BB-A33E-5DA1-2DFE-1F55020F69D8}" dt="2026-04-13T07:37:32.446" v="402" actId="20577"/>
          <ac:spMkLst>
            <pc:docMk/>
            <pc:sldMk cId="1653297" sldId="272"/>
            <ac:spMk id="8" creationId="{8D1E091E-0E7F-3138-7D25-7C763CE28D1E}"/>
          </ac:spMkLst>
        </pc:spChg>
        <pc:spChg chg="add mod">
          <ac:chgData name="Vincenzo Piccolo" userId="def4cbf190fb66b3" providerId="Windows Live" clId="Web-{696DE9BB-A33E-5DA1-2DFE-1F55020F69D8}" dt="2026-04-13T07:40:00.218" v="484" actId="20577"/>
          <ac:spMkLst>
            <pc:docMk/>
            <pc:sldMk cId="1653297" sldId="272"/>
            <ac:spMk id="9" creationId="{C4AD1C14-B366-B92B-0B4A-47F4229F9D01}"/>
          </ac:spMkLst>
        </pc:spChg>
        <pc:spChg chg="add mod">
          <ac:chgData name="Vincenzo Piccolo" userId="def4cbf190fb66b3" providerId="Windows Live" clId="Web-{696DE9BB-A33E-5DA1-2DFE-1F55020F69D8}" dt="2026-04-13T07:40:06.062" v="485" actId="20577"/>
          <ac:spMkLst>
            <pc:docMk/>
            <pc:sldMk cId="1653297" sldId="272"/>
            <ac:spMk id="10" creationId="{F8DA1E32-28D5-F575-EE30-D39F2118CA69}"/>
          </ac:spMkLst>
        </pc:spChg>
        <pc:spChg chg="add mod">
          <ac:chgData name="Vincenzo Piccolo" userId="def4cbf190fb66b3" providerId="Windows Live" clId="Web-{696DE9BB-A33E-5DA1-2DFE-1F55020F69D8}" dt="2026-04-13T07:40:32.845" v="503" actId="20577"/>
          <ac:spMkLst>
            <pc:docMk/>
            <pc:sldMk cId="1653297" sldId="272"/>
            <ac:spMk id="11" creationId="{95492EFB-C427-3D5A-0640-3046F903E4A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Angular + TypeScript +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Framework: Angular</a:t>
            </a:r>
          </a:p>
          <a:p>
            <a:r>
              <a:rPr dirty="0" err="1"/>
              <a:t>Linguaggi</a:t>
            </a:r>
            <a:r>
              <a:rPr dirty="0"/>
              <a:t>: TypeScript, HTML, CSS</a:t>
            </a:r>
            <a:endParaRPr dirty="0">
              <a:ea typeface="Calibri"/>
              <a:cs typeface="Calibri"/>
            </a:endParaRPr>
          </a:p>
          <a:p>
            <a:pPr marL="0" indent="0">
              <a:buNone/>
            </a:pP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Cos’è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 frontend sviluppato da Google</a:t>
            </a:r>
          </a:p>
          <a:p>
            <a:r>
              <a:t>Basato su componenti</a:t>
            </a:r>
          </a:p>
          <a:p>
            <a:r>
              <a:t>Usa TypeScript</a:t>
            </a:r>
          </a:p>
          <a:p>
            <a:r>
              <a:t>Architettura modulare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1AFE49-5957-880F-7DD6-7F911BBC7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ea typeface="Calibri"/>
                <a:cs typeface="Calibri"/>
              </a:rPr>
              <a:t>Come</a:t>
            </a:r>
            <a:r>
              <a:rPr lang="it-IT" dirty="0">
                <a:ea typeface="Calibri"/>
                <a:cs typeface="Calibri"/>
              </a:rPr>
              <a:t> installarlo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CA1B218-94D2-C9DB-2C5D-D0602DE8F219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>
                <a:ea typeface="Calibri"/>
                <a:cs typeface="Calibri"/>
              </a:rPr>
              <a:t> </a:t>
            </a:r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0753A29-3116-3C76-302D-06DDC7913113}"/>
              </a:ext>
            </a:extLst>
          </p:cNvPr>
          <p:cNvSpPr txBox="1"/>
          <p:nvPr/>
        </p:nvSpPr>
        <p:spPr>
          <a:xfrm>
            <a:off x="831342" y="1711070"/>
            <a:ext cx="22669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Installa -&gt; </a:t>
            </a:r>
            <a:r>
              <a:rPr lang="it-IT" dirty="0" err="1">
                <a:ea typeface="Calibri"/>
                <a:cs typeface="Calibri"/>
              </a:rPr>
              <a:t>node</a:t>
            </a:r>
            <a:r>
              <a:rPr lang="it-IT" dirty="0">
                <a:ea typeface="Calibri"/>
                <a:cs typeface="Calibri"/>
              </a:rPr>
              <a:t> </a:t>
            </a:r>
            <a:r>
              <a:rPr lang="it-IT" dirty="0" err="1">
                <a:ea typeface="Calibri"/>
                <a:cs typeface="Calibri"/>
              </a:rPr>
              <a:t>Js</a:t>
            </a:r>
          </a:p>
          <a:p>
            <a:r>
              <a:rPr lang="it-IT" dirty="0">
                <a:ea typeface="+mn-lt"/>
                <a:cs typeface="+mn-lt"/>
              </a:rPr>
              <a:t>https://nodejs.org/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CD68FA4-F839-C27B-4E1A-AB45F065F39A}"/>
              </a:ext>
            </a:extLst>
          </p:cNvPr>
          <p:cNvSpPr txBox="1"/>
          <p:nvPr/>
        </p:nvSpPr>
        <p:spPr>
          <a:xfrm>
            <a:off x="3579495" y="1711452"/>
            <a:ext cx="396963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>
                <a:ea typeface="+mn-lt"/>
                <a:cs typeface="+mn-lt"/>
              </a:rPr>
              <a:t>Nella </a:t>
            </a:r>
            <a:r>
              <a:rPr lang="it-IT" b="1">
                <a:ea typeface="+mn-lt"/>
                <a:cs typeface="+mn-lt"/>
              </a:rPr>
              <a:t>console per verificare</a:t>
            </a:r>
            <a:endParaRPr lang="it-IT" b="1" dirty="0">
              <a:ea typeface="+mn-lt"/>
              <a:cs typeface="+mn-lt"/>
            </a:endParaRPr>
          </a:p>
          <a:p>
            <a:r>
              <a:rPr lang="it-IT" dirty="0" err="1">
                <a:ea typeface="+mn-lt"/>
                <a:cs typeface="+mn-lt"/>
              </a:rPr>
              <a:t>node</a:t>
            </a:r>
            <a:r>
              <a:rPr lang="it-IT" dirty="0">
                <a:ea typeface="+mn-lt"/>
                <a:cs typeface="+mn-lt"/>
              </a:rPr>
              <a:t> -v</a:t>
            </a:r>
            <a:endParaRPr lang="it-IT" dirty="0">
              <a:ea typeface="Calibri"/>
              <a:cs typeface="Calibri"/>
            </a:endParaRPr>
          </a:p>
          <a:p>
            <a:r>
              <a:rPr lang="it-IT" dirty="0" err="1">
                <a:ea typeface="+mn-lt"/>
                <a:cs typeface="+mn-lt"/>
              </a:rPr>
              <a:t>npm</a:t>
            </a:r>
            <a:r>
              <a:rPr lang="it-IT" dirty="0">
                <a:ea typeface="+mn-lt"/>
                <a:cs typeface="+mn-lt"/>
              </a:rPr>
              <a:t> -v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3FFD39A-CB1E-018F-3689-A52912200222}"/>
              </a:ext>
            </a:extLst>
          </p:cNvPr>
          <p:cNvSpPr txBox="1"/>
          <p:nvPr/>
        </p:nvSpPr>
        <p:spPr>
          <a:xfrm>
            <a:off x="460247" y="2793111"/>
            <a:ext cx="280873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+mn-lt"/>
                <a:cs typeface="+mn-lt"/>
              </a:rPr>
              <a:t>Installa </a:t>
            </a:r>
            <a:r>
              <a:rPr lang="it-IT" dirty="0" err="1">
                <a:ea typeface="+mn-lt"/>
                <a:cs typeface="+mn-lt"/>
              </a:rPr>
              <a:t>Angular</a:t>
            </a:r>
            <a:r>
              <a:rPr lang="it-IT" dirty="0">
                <a:ea typeface="+mn-lt"/>
                <a:cs typeface="+mn-lt"/>
              </a:rPr>
              <a:t> -&gt;</a:t>
            </a:r>
          </a:p>
          <a:p>
            <a:r>
              <a:rPr lang="it-IT" dirty="0">
                <a:ea typeface="+mn-lt"/>
                <a:cs typeface="+mn-lt"/>
              </a:rPr>
              <a:t> </a:t>
            </a:r>
            <a:r>
              <a:rPr lang="it-IT" dirty="0" err="1">
                <a:ea typeface="+mn-lt"/>
                <a:cs typeface="+mn-lt"/>
              </a:rPr>
              <a:t>npm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install</a:t>
            </a:r>
            <a:r>
              <a:rPr lang="it-IT" dirty="0">
                <a:ea typeface="+mn-lt"/>
                <a:cs typeface="+mn-lt"/>
              </a:rPr>
              <a:t> -g @angular/cli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1E091E-0E7F-3138-7D25-7C763CE28D1E}"/>
              </a:ext>
            </a:extLst>
          </p:cNvPr>
          <p:cNvSpPr txBox="1"/>
          <p:nvPr/>
        </p:nvSpPr>
        <p:spPr>
          <a:xfrm>
            <a:off x="3800475" y="2933700"/>
            <a:ext cx="3886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ea typeface="Calibri"/>
                <a:cs typeface="Calibri"/>
              </a:rPr>
              <a:t>Nella console per verificare</a:t>
            </a:r>
          </a:p>
          <a:p>
            <a:r>
              <a:rPr lang="it-IT" dirty="0">
                <a:ea typeface="+mn-lt"/>
                <a:cs typeface="+mn-lt"/>
              </a:rPr>
              <a:t>ng </a:t>
            </a:r>
            <a:r>
              <a:rPr lang="it-IT" dirty="0" err="1">
                <a:ea typeface="+mn-lt"/>
                <a:cs typeface="+mn-lt"/>
              </a:rPr>
              <a:t>version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4AD1C14-B366-B92B-0B4A-47F4229F9D01}"/>
              </a:ext>
            </a:extLst>
          </p:cNvPr>
          <p:cNvSpPr txBox="1"/>
          <p:nvPr/>
        </p:nvSpPr>
        <p:spPr>
          <a:xfrm>
            <a:off x="590550" y="3990975"/>
            <a:ext cx="3048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Creare il progetto -&gt;</a:t>
            </a:r>
          </a:p>
          <a:p>
            <a:r>
              <a:rPr lang="it-IT" dirty="0">
                <a:ea typeface="Calibri"/>
                <a:cs typeface="Calibri"/>
              </a:rPr>
              <a:t>ng </a:t>
            </a:r>
            <a:r>
              <a:rPr lang="it-IT" dirty="0" err="1">
                <a:ea typeface="Calibri"/>
                <a:cs typeface="Calibri"/>
              </a:rPr>
              <a:t>new  </a:t>
            </a:r>
            <a:r>
              <a:rPr lang="it-IT" dirty="0" err="1">
                <a:solidFill>
                  <a:schemeClr val="accent5"/>
                </a:solidFill>
                <a:ea typeface="Calibri"/>
                <a:cs typeface="Calibri"/>
              </a:rPr>
              <a:t>nuovo</a:t>
            </a:r>
            <a:r>
              <a:rPr lang="it-IT" dirty="0">
                <a:solidFill>
                  <a:schemeClr val="accent5"/>
                </a:solidFill>
                <a:ea typeface="Calibri"/>
                <a:cs typeface="Calibri"/>
              </a:rPr>
              <a:t>-progetto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8DA1E32-28D5-F575-EE30-D39F2118CA69}"/>
              </a:ext>
            </a:extLst>
          </p:cNvPr>
          <p:cNvSpPr txBox="1"/>
          <p:nvPr/>
        </p:nvSpPr>
        <p:spPr>
          <a:xfrm>
            <a:off x="3924299" y="3992499"/>
            <a:ext cx="398487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ea typeface="Calibri"/>
                <a:cs typeface="Calibri"/>
              </a:rPr>
              <a:t>Nella cartella del progetto per avviare</a:t>
            </a:r>
          </a:p>
          <a:p>
            <a:r>
              <a:rPr lang="it-IT" dirty="0" err="1">
                <a:ea typeface="Calibri"/>
                <a:cs typeface="Calibri"/>
              </a:rPr>
              <a:t>ng  serve</a:t>
            </a:r>
            <a:r>
              <a:rPr lang="it-IT" dirty="0">
                <a:ea typeface="Calibri"/>
                <a:cs typeface="Calibri"/>
              </a:rPr>
              <a:t> 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5492EFB-C427-3D5A-0640-3046F903E4AB}"/>
              </a:ext>
            </a:extLst>
          </p:cNvPr>
          <p:cNvSpPr txBox="1"/>
          <p:nvPr/>
        </p:nvSpPr>
        <p:spPr>
          <a:xfrm>
            <a:off x="2476500" y="5000625"/>
            <a:ext cx="37718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Per </a:t>
            </a:r>
            <a:r>
              <a:rPr lang="it-IT" dirty="0" err="1">
                <a:ea typeface="Calibri"/>
                <a:cs typeface="Calibri"/>
              </a:rPr>
              <a:t>visualizarlo</a:t>
            </a:r>
            <a:r>
              <a:rPr lang="it-IT" dirty="0">
                <a:ea typeface="Calibri"/>
                <a:cs typeface="Calibri"/>
              </a:rPr>
              <a:t> -&gt; localhost:4200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5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Struttura di un componente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→ struttura</a:t>
            </a:r>
          </a:p>
          <a:p>
            <a:r>
              <a:t>CSS → stile</a:t>
            </a:r>
          </a:p>
          <a:p>
            <a:r>
              <a:t>TypeScript → logica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Cos’è TypeScript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Superset di JavaScript</a:t>
            </a:r>
          </a:p>
          <a:p>
            <a:r>
              <a:t>Tipizzato</a:t>
            </a:r>
          </a:p>
          <a:p>
            <a:r>
              <a:t>Compilato in JavaScript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AE72A34-2B49-F85C-07B1-C1C426118E8F}"/>
              </a:ext>
            </a:extLst>
          </p:cNvPr>
          <p:cNvSpPr txBox="1"/>
          <p:nvPr/>
        </p:nvSpPr>
        <p:spPr>
          <a:xfrm>
            <a:off x="1019175" y="3971925"/>
            <a:ext cx="59817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ea typeface="Calibri"/>
                <a:cs typeface="Calibri"/>
              </a:rPr>
              <a:t>ESEMPIO</a:t>
            </a:r>
            <a:endParaRPr lang="it-IT" b="1" dirty="0" err="1"/>
          </a:p>
          <a:p>
            <a:r>
              <a:rPr lang="it-IT" dirty="0" err="1"/>
              <a:t>let</a:t>
            </a:r>
            <a:r>
              <a:rPr lang="it-IT" dirty="0"/>
              <a:t> nome: </a:t>
            </a:r>
            <a:r>
              <a:rPr lang="it-IT" dirty="0" err="1">
                <a:solidFill>
                  <a:schemeClr val="accent3"/>
                </a:solidFill>
              </a:rPr>
              <a:t>string</a:t>
            </a:r>
            <a:r>
              <a:rPr lang="it-IT" dirty="0">
                <a:solidFill>
                  <a:schemeClr val="accent3"/>
                </a:solidFill>
              </a:rPr>
              <a:t> </a:t>
            </a:r>
            <a:r>
              <a:rPr lang="it-IT" dirty="0"/>
              <a:t>= </a:t>
            </a:r>
            <a:r>
              <a:rPr lang="it-IT" dirty="0">
                <a:solidFill>
                  <a:schemeClr val="accent6"/>
                </a:solidFill>
              </a:rPr>
              <a:t>"Luca"</a:t>
            </a:r>
            <a:r>
              <a:rPr lang="it-IT" dirty="0"/>
              <a:t>; </a:t>
            </a:r>
            <a:endParaRPr lang="it-IT" dirty="0">
              <a:ea typeface="Calibri"/>
              <a:cs typeface="Calibri"/>
            </a:endParaRPr>
          </a:p>
          <a:p>
            <a:endParaRPr lang="it-IT" dirty="0"/>
          </a:p>
          <a:p>
            <a:r>
              <a:rPr lang="it-IT" dirty="0" err="1">
                <a:solidFill>
                  <a:srgbClr val="FFFF00"/>
                </a:solidFill>
              </a:rPr>
              <a:t>function</a:t>
            </a:r>
            <a:r>
              <a:rPr lang="it-IT" dirty="0">
                <a:solidFill>
                  <a:srgbClr val="FFFF00"/>
                </a:solidFill>
              </a:rPr>
              <a:t> </a:t>
            </a:r>
            <a:r>
              <a:rPr lang="it-IT" dirty="0" err="1">
                <a:solidFill>
                  <a:schemeClr val="accent5">
                    <a:lumMod val="76000"/>
                  </a:schemeClr>
                </a:solidFill>
              </a:rPr>
              <a:t>saluta</a:t>
            </a:r>
            <a:r>
              <a:rPr lang="it-IT" dirty="0" err="1"/>
              <a:t>(</a:t>
            </a:r>
            <a:r>
              <a:rPr lang="it-IT" dirty="0"/>
              <a:t>nome: </a:t>
            </a:r>
            <a:r>
              <a:rPr lang="it-IT" dirty="0" err="1">
                <a:solidFill>
                  <a:schemeClr val="accent3"/>
                </a:solidFill>
              </a:rPr>
              <a:t>string</a:t>
            </a:r>
            <a:r>
              <a:rPr lang="it-IT" dirty="0"/>
              <a:t>):</a:t>
            </a:r>
            <a:endParaRPr lang="it-IT" dirty="0">
              <a:ea typeface="Calibri"/>
              <a:cs typeface="Calibri"/>
            </a:endParaRPr>
          </a:p>
          <a:p>
            <a:r>
              <a:rPr lang="it-IT" dirty="0"/>
              <a:t> </a:t>
            </a:r>
            <a:r>
              <a:rPr lang="it-IT" dirty="0" err="1">
                <a:solidFill>
                  <a:schemeClr val="accent3"/>
                </a:solidFill>
              </a:rPr>
              <a:t>string</a:t>
            </a:r>
            <a:r>
              <a:rPr lang="it-IT" dirty="0">
                <a:solidFill>
                  <a:schemeClr val="accent3"/>
                </a:solidFill>
              </a:rPr>
              <a:t> </a:t>
            </a:r>
            <a:r>
              <a:rPr lang="it-IT" dirty="0"/>
              <a:t>{ </a:t>
            </a:r>
            <a:r>
              <a:rPr lang="it-IT" dirty="0" err="1">
                <a:solidFill>
                  <a:schemeClr val="accent6">
                    <a:lumMod val="49000"/>
                  </a:schemeClr>
                </a:solidFill>
              </a:rPr>
              <a:t>return</a:t>
            </a:r>
            <a:r>
              <a:rPr lang="it-IT" dirty="0">
                <a:solidFill>
                  <a:schemeClr val="accent6">
                    <a:lumMod val="49000"/>
                  </a:schemeClr>
                </a:solidFill>
              </a:rPr>
              <a:t> </a:t>
            </a:r>
            <a:r>
              <a:rPr lang="it-IT" dirty="0">
                <a:solidFill>
                  <a:schemeClr val="accent6"/>
                </a:solidFill>
              </a:rPr>
              <a:t>"Ciao "</a:t>
            </a:r>
            <a:r>
              <a:rPr lang="it-IT" dirty="0"/>
              <a:t> + nome</a:t>
            </a:r>
            <a:r>
              <a:rPr lang="it-IT" dirty="0" err="1"/>
              <a:t>; }</a:t>
            </a:r>
            <a:endParaRPr lang="it-IT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Interpolation {{ }}</a:t>
            </a:r>
          </a:p>
          <a:p>
            <a:r>
              <a:t>Property binding [ ]</a:t>
            </a:r>
          </a:p>
          <a:p>
            <a:r>
              <a:t>Event binding ( )</a:t>
            </a:r>
          </a:p>
          <a:p>
            <a:r>
              <a:t>Two-way binding [(ngModel)]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Direttive principali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*</a:t>
            </a:r>
            <a:r>
              <a:rPr dirty="0" err="1"/>
              <a:t>ngIf</a:t>
            </a:r>
            <a:r>
              <a:rPr dirty="0"/>
              <a:t> → </a:t>
            </a:r>
            <a:r>
              <a:rPr dirty="0" err="1"/>
              <a:t>mostra</a:t>
            </a:r>
            <a:r>
              <a:rPr dirty="0"/>
              <a:t>/</a:t>
            </a:r>
            <a:r>
              <a:rPr dirty="0" err="1"/>
              <a:t>nasconde</a:t>
            </a:r>
            <a:endParaRPr lang="it-IT" dirty="0" err="1">
              <a:ea typeface="Calibri"/>
              <a:cs typeface="Calibri"/>
            </a:endParaRPr>
          </a:p>
          <a:p>
            <a:r>
              <a:rPr dirty="0"/>
              <a:t>*</a:t>
            </a:r>
            <a:r>
              <a:rPr dirty="0" err="1"/>
              <a:t>ngFor</a:t>
            </a:r>
            <a:r>
              <a:rPr dirty="0"/>
              <a:t> → </a:t>
            </a:r>
            <a:r>
              <a:rPr dirty="0" err="1"/>
              <a:t>cicli</a:t>
            </a:r>
            <a:endParaRPr dirty="0" err="1">
              <a:ea typeface="Calibri"/>
              <a:cs typeface="Calibri"/>
            </a:endParaRPr>
          </a:p>
          <a:p>
            <a:r>
              <a:rPr dirty="0"/>
              <a:t>[</a:t>
            </a:r>
            <a:r>
              <a:rPr dirty="0" err="1"/>
              <a:t>ngClass</a:t>
            </a:r>
            <a:r>
              <a:rPr dirty="0"/>
              <a:t>] → </a:t>
            </a:r>
            <a:r>
              <a:rPr dirty="0" err="1"/>
              <a:t>classi</a:t>
            </a:r>
            <a:r>
              <a:rPr dirty="0"/>
              <a:t> </a:t>
            </a:r>
            <a:r>
              <a:rPr dirty="0" err="1"/>
              <a:t>dinamiche</a:t>
            </a:r>
            <a:endParaRPr dirty="0" err="1">
              <a:ea typeface="Calibri"/>
              <a:cs typeface="Calibri"/>
            </a:endParaRPr>
          </a:p>
          <a:p>
            <a:endParaRPr lang="it-IT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it-IT" dirty="0">
                <a:ea typeface="Calibri"/>
                <a:cs typeface="Calibri"/>
              </a:rPr>
              <a:t>Da </a:t>
            </a:r>
            <a:r>
              <a:rPr lang="it-IT" dirty="0" err="1">
                <a:ea typeface="Calibri"/>
                <a:cs typeface="Calibri"/>
              </a:rPr>
              <a:t>angular</a:t>
            </a:r>
            <a:r>
              <a:rPr lang="it-IT" dirty="0">
                <a:ea typeface="Calibri"/>
                <a:cs typeface="Calibri"/>
              </a:rPr>
              <a:t> 17 in poi</a:t>
            </a:r>
          </a:p>
          <a:p>
            <a:r>
              <a:rPr lang="it-IT" dirty="0">
                <a:ea typeface="Calibri"/>
                <a:cs typeface="Calibri"/>
              </a:rPr>
              <a:t>@if - </a:t>
            </a:r>
            <a:r>
              <a:rPr lang="it-IT" dirty="0" err="1">
                <a:ea typeface="Calibri"/>
                <a:cs typeface="Calibri"/>
              </a:rPr>
              <a:t>&gt;  *ngIf</a:t>
            </a:r>
          </a:p>
          <a:p>
            <a:r>
              <a:rPr lang="it-IT" dirty="0">
                <a:ea typeface="Calibri"/>
                <a:cs typeface="Calibri"/>
              </a:rPr>
              <a:t>@for -&gt; *</a:t>
            </a:r>
            <a:r>
              <a:rPr lang="it-IT" dirty="0" err="1">
                <a:ea typeface="Calibri"/>
                <a:cs typeface="Calibri"/>
              </a:rPr>
              <a:t>ngFor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Tipi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string, number, boolean</a:t>
            </a:r>
          </a:p>
          <a:p>
            <a:r>
              <a:t>array e oggetti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Interfacce e classi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Definizione di modelli dati</a:t>
            </a:r>
          </a:p>
          <a:p>
            <a:r>
              <a:t>Implementazione con classi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Servizi in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Logica </a:t>
            </a:r>
            <a:r>
              <a:t>condivisa</a:t>
            </a:r>
            <a:r>
              <a:rPr lang="it-IT"/>
              <a:t>:</a:t>
            </a:r>
            <a:endParaRPr lang="it-IT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it-IT">
                <a:ea typeface="+mn-lt"/>
                <a:cs typeface="+mn-lt"/>
              </a:rPr>
              <a:t>codice che viene usato da più componenti diversi</a:t>
            </a:r>
            <a:endParaRPr lang="it-IT"/>
          </a:p>
          <a:p>
            <a:r>
              <a:t>Dependency Injection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75FCC4-4453-BAB1-B3EA-DCE46BCF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ea typeface="Calibri"/>
                <a:cs typeface="Calibri"/>
              </a:rPr>
              <a:t>Logica Condivisa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9D1F2B-30A8-B597-9C07-904488256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17" y="3367109"/>
            <a:ext cx="3687548" cy="151124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400" dirty="0">
                <a:ea typeface="+mn-lt"/>
                <a:cs typeface="+mn-lt"/>
              </a:rPr>
              <a:t>❌ Senza service (</a:t>
            </a:r>
            <a:r>
              <a:rPr lang="en-US" sz="1400" dirty="0" err="1">
                <a:ea typeface="+mn-lt"/>
                <a:cs typeface="+mn-lt"/>
              </a:rPr>
              <a:t>sbagliato</a:t>
            </a:r>
            <a:r>
              <a:rPr lang="en-US" sz="1400" dirty="0">
                <a:ea typeface="+mn-lt"/>
                <a:cs typeface="+mn-lt"/>
              </a:rPr>
              <a:t>)</a:t>
            </a:r>
            <a:endParaRPr lang="en-US" sz="14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1400" dirty="0">
                <a:latin typeface="Consolas"/>
                <a:ea typeface="Calibri"/>
                <a:cs typeface="Calibri"/>
              </a:rPr>
              <a:t>// </a:t>
            </a:r>
            <a:r>
              <a:rPr lang="en-US" sz="1400" dirty="0" err="1">
                <a:latin typeface="Consolas"/>
                <a:ea typeface="Calibri"/>
                <a:cs typeface="Calibri"/>
              </a:rPr>
              <a:t>codice</a:t>
            </a:r>
            <a:r>
              <a:rPr lang="en-US" sz="1400" dirty="0">
                <a:latin typeface="Consolas"/>
                <a:ea typeface="Calibri"/>
                <a:cs typeface="Calibri"/>
              </a:rPr>
              <a:t> </a:t>
            </a:r>
            <a:r>
              <a:rPr lang="en-US" sz="1400" dirty="0" err="1">
                <a:latin typeface="Consolas"/>
                <a:ea typeface="Calibri"/>
                <a:cs typeface="Calibri"/>
              </a:rPr>
              <a:t>duplicato</a:t>
            </a:r>
            <a:r>
              <a:rPr lang="en-US" sz="1400" dirty="0">
                <a:latin typeface="Consolas"/>
                <a:ea typeface="Calibri"/>
                <a:cs typeface="Calibri"/>
              </a:rPr>
              <a:t> in </a:t>
            </a:r>
            <a:r>
              <a:rPr lang="en-US" sz="1400" dirty="0" err="1">
                <a:latin typeface="Consolas"/>
                <a:ea typeface="Calibri"/>
                <a:cs typeface="Calibri"/>
              </a:rPr>
              <a:t>più</a:t>
            </a:r>
            <a:r>
              <a:rPr lang="en-US" sz="1400" dirty="0">
                <a:latin typeface="Consolas"/>
                <a:ea typeface="Calibri"/>
                <a:cs typeface="Calibri"/>
              </a:rPr>
              <a:t> </a:t>
            </a:r>
            <a:r>
              <a:rPr lang="en-US" sz="1400" dirty="0" err="1">
                <a:latin typeface="Consolas"/>
                <a:ea typeface="Calibri"/>
                <a:cs typeface="Calibri"/>
              </a:rPr>
              <a:t>componenti</a:t>
            </a:r>
            <a:br>
              <a:rPr lang="en-US" sz="1400" dirty="0">
                <a:latin typeface="Consolas"/>
                <a:ea typeface="Calibri"/>
                <a:cs typeface="Calibri"/>
              </a:rPr>
            </a:br>
            <a:r>
              <a:rPr lang="en-US" sz="1400" dirty="0" err="1">
                <a:latin typeface="Consolas"/>
                <a:ea typeface="Calibri"/>
                <a:cs typeface="Calibri"/>
              </a:rPr>
              <a:t>getUser</a:t>
            </a:r>
            <a:r>
              <a:rPr lang="en-US" sz="1400" dirty="0">
                <a:latin typeface="Consolas"/>
                <a:ea typeface="Calibri"/>
                <a:cs typeface="Calibri"/>
              </a:rPr>
              <a:t>() {</a:t>
            </a:r>
            <a:br>
              <a:rPr lang="en-US" sz="1400" dirty="0">
                <a:latin typeface="Consolas"/>
                <a:ea typeface="Calibri"/>
                <a:cs typeface="Calibri"/>
              </a:rPr>
            </a:br>
            <a:r>
              <a:rPr lang="en-US" sz="1400" dirty="0">
                <a:latin typeface="Consolas"/>
                <a:ea typeface="Calibri"/>
                <a:cs typeface="Calibri"/>
              </a:rPr>
              <a:t>  return { </a:t>
            </a:r>
            <a:r>
              <a:rPr lang="en-US" sz="1400" dirty="0" err="1">
                <a:latin typeface="Consolas"/>
                <a:ea typeface="Calibri"/>
                <a:cs typeface="Calibri"/>
              </a:rPr>
              <a:t>nome</a:t>
            </a:r>
            <a:r>
              <a:rPr lang="en-US" sz="1400" dirty="0">
                <a:latin typeface="Consolas"/>
                <a:ea typeface="Calibri"/>
                <a:cs typeface="Calibri"/>
              </a:rPr>
              <a:t>: "Mario" };</a:t>
            </a:r>
            <a:br>
              <a:rPr lang="en-US" sz="1400" dirty="0">
                <a:latin typeface="Consolas"/>
                <a:ea typeface="Calibri"/>
                <a:cs typeface="Calibri"/>
              </a:rPr>
            </a:br>
            <a:r>
              <a:rPr lang="en-US" sz="1400" dirty="0">
                <a:latin typeface="Consolas"/>
                <a:ea typeface="Calibri"/>
                <a:cs typeface="Calibri"/>
              </a:rPr>
              <a:t>}</a:t>
            </a:r>
            <a:endParaRPr lang="en-US" sz="140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34B155A-59EB-217C-637D-6FD76E7908A5}"/>
              </a:ext>
            </a:extLst>
          </p:cNvPr>
          <p:cNvSpPr txBox="1"/>
          <p:nvPr/>
        </p:nvSpPr>
        <p:spPr>
          <a:xfrm>
            <a:off x="4561311" y="3168581"/>
            <a:ext cx="453019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ea typeface="+mn-lt"/>
                <a:cs typeface="+mn-lt"/>
              </a:rPr>
              <a:t>@</a:t>
            </a:r>
            <a:r>
              <a:rPr lang="it-IT" dirty="0" err="1">
                <a:ea typeface="+mn-lt"/>
                <a:cs typeface="+mn-lt"/>
              </a:rPr>
              <a:t>Injectable(</a:t>
            </a:r>
            <a:r>
              <a:rPr lang="it-IT" dirty="0">
                <a:ea typeface="+mn-lt"/>
                <a:cs typeface="+mn-lt"/>
              </a:rPr>
              <a:t>)</a:t>
            </a:r>
            <a:endParaRPr lang="it-IT" dirty="0"/>
          </a:p>
          <a:p>
            <a:r>
              <a:rPr lang="it-IT" dirty="0">
                <a:ea typeface="+mn-lt"/>
                <a:cs typeface="+mn-lt"/>
              </a:rPr>
              <a:t>export class </a:t>
            </a:r>
            <a:r>
              <a:rPr lang="it-IT" dirty="0" err="1">
                <a:ea typeface="+mn-lt"/>
                <a:cs typeface="+mn-lt"/>
              </a:rPr>
              <a:t>UserService</a:t>
            </a:r>
            <a:r>
              <a:rPr lang="it-IT" dirty="0">
                <a:ea typeface="+mn-lt"/>
                <a:cs typeface="+mn-lt"/>
              </a:rPr>
              <a:t> {</a:t>
            </a:r>
            <a:endParaRPr lang="it-IT" dirty="0"/>
          </a:p>
          <a:p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getUser</a:t>
            </a:r>
            <a:r>
              <a:rPr lang="it-IT" dirty="0">
                <a:ea typeface="+mn-lt"/>
                <a:cs typeface="+mn-lt"/>
              </a:rPr>
              <a:t>() {</a:t>
            </a:r>
            <a:endParaRPr lang="it-IT" dirty="0"/>
          </a:p>
          <a:p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return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{ nome</a:t>
            </a:r>
            <a:r>
              <a:rPr lang="it-IT" dirty="0">
                <a:ea typeface="+mn-lt"/>
                <a:cs typeface="+mn-lt"/>
              </a:rPr>
              <a:t>: "Mario</a:t>
            </a:r>
            <a:r>
              <a:rPr lang="it-IT" dirty="0" err="1">
                <a:ea typeface="+mn-lt"/>
                <a:cs typeface="+mn-lt"/>
              </a:rPr>
              <a:t>" }</a:t>
            </a:r>
            <a:r>
              <a:rPr lang="it-IT" dirty="0">
                <a:ea typeface="+mn-lt"/>
                <a:cs typeface="+mn-lt"/>
              </a:rPr>
              <a:t>;</a:t>
            </a:r>
            <a:endParaRPr lang="it-IT" dirty="0"/>
          </a:p>
          <a:p>
            <a:r>
              <a:rPr lang="it-IT">
                <a:ea typeface="+mn-lt"/>
                <a:cs typeface="+mn-lt"/>
              </a:rPr>
              <a:t> }</a:t>
            </a:r>
            <a:endParaRPr lang="it-IT"/>
          </a:p>
          <a:p>
            <a:pPr algn="l"/>
            <a:r>
              <a:rPr lang="it-IT">
                <a:ea typeface="+mn-lt"/>
                <a:cs typeface="+mn-lt"/>
              </a:rPr>
              <a:t>}</a:t>
            </a:r>
          </a:p>
          <a:p>
            <a:r>
              <a:rPr lang="it-IT" b="1">
                <a:solidFill>
                  <a:srgbClr val="FFC000"/>
                </a:solidFill>
                <a:ea typeface="Calibri"/>
                <a:cs typeface="Calibri"/>
              </a:rPr>
              <a:t>-Nei componenti-</a:t>
            </a:r>
            <a:endParaRPr lang="it-IT" b="1" dirty="0">
              <a:solidFill>
                <a:srgbClr val="FFC000"/>
              </a:solidFill>
              <a:ea typeface="Calibri"/>
              <a:cs typeface="Calibri"/>
            </a:endParaRPr>
          </a:p>
          <a:p>
            <a:r>
              <a:rPr lang="it-IT" dirty="0" err="1">
                <a:ea typeface="+mn-lt"/>
                <a:cs typeface="+mn-lt"/>
              </a:rPr>
              <a:t>constructor</a:t>
            </a:r>
            <a:r>
              <a:rPr lang="it-IT" dirty="0">
                <a:ea typeface="+mn-lt"/>
                <a:cs typeface="+mn-lt"/>
              </a:rPr>
              <a:t>(private </a:t>
            </a:r>
            <a:r>
              <a:rPr lang="it-IT" dirty="0" err="1">
                <a:ea typeface="+mn-lt"/>
                <a:cs typeface="+mn-lt"/>
              </a:rPr>
              <a:t>userService</a:t>
            </a:r>
            <a:r>
              <a:rPr lang="it-IT" dirty="0">
                <a:ea typeface="+mn-lt"/>
                <a:cs typeface="+mn-lt"/>
              </a:rPr>
              <a:t>: </a:t>
            </a:r>
            <a:r>
              <a:rPr lang="it-IT" dirty="0" err="1">
                <a:ea typeface="+mn-lt"/>
                <a:cs typeface="+mn-lt"/>
              </a:rPr>
              <a:t>UserService</a:t>
            </a:r>
            <a:r>
              <a:rPr lang="it-IT" dirty="0">
                <a:ea typeface="+mn-lt"/>
                <a:cs typeface="+mn-lt"/>
              </a:rPr>
              <a:t>) {}</a:t>
            </a:r>
            <a:endParaRPr lang="it-IT" dirty="0"/>
          </a:p>
          <a:p>
            <a:r>
              <a:rPr lang="it-IT" dirty="0" err="1">
                <a:ea typeface="+mn-lt"/>
                <a:cs typeface="+mn-lt"/>
              </a:rPr>
              <a:t>ngOnInit</a:t>
            </a:r>
            <a:r>
              <a:rPr lang="it-IT" dirty="0">
                <a:ea typeface="+mn-lt"/>
                <a:cs typeface="+mn-lt"/>
              </a:rPr>
              <a:t>() {</a:t>
            </a:r>
            <a:endParaRPr lang="it-IT" dirty="0"/>
          </a:p>
          <a:p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const</a:t>
            </a:r>
            <a:r>
              <a:rPr lang="it-IT" dirty="0">
                <a:ea typeface="+mn-lt"/>
                <a:cs typeface="+mn-lt"/>
              </a:rPr>
              <a:t> user = </a:t>
            </a:r>
            <a:r>
              <a:rPr lang="it-IT" dirty="0" err="1">
                <a:ea typeface="+mn-lt"/>
                <a:cs typeface="+mn-lt"/>
              </a:rPr>
              <a:t>this.userService.getUser</a:t>
            </a:r>
            <a:r>
              <a:rPr lang="it-IT" dirty="0">
                <a:ea typeface="+mn-lt"/>
                <a:cs typeface="+mn-lt"/>
              </a:rPr>
              <a:t>();</a:t>
            </a:r>
            <a:endParaRPr lang="it-IT" dirty="0"/>
          </a:p>
          <a:p>
            <a:r>
              <a:rPr lang="it-IT">
                <a:ea typeface="+mn-lt"/>
                <a:cs typeface="+mn-lt"/>
              </a:rPr>
              <a:t>}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B9CF4EC-89E1-1D00-211D-7268D6A235FA}"/>
              </a:ext>
            </a:extLst>
          </p:cNvPr>
          <p:cNvSpPr txBox="1"/>
          <p:nvPr/>
        </p:nvSpPr>
        <p:spPr>
          <a:xfrm>
            <a:off x="2294735" y="1415189"/>
            <a:ext cx="4529365" cy="13515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443"/>
              </a:lnSpc>
            </a:pPr>
            <a:r>
              <a:rPr lang="en-US" sz="1400" b="1" i="0" u="none" strike="noStrike" baseline="0" dirty="0" err="1">
                <a:solidFill>
                  <a:srgbClr val="000000"/>
                </a:solidFill>
                <a:latin typeface="Calibri"/>
              </a:rPr>
              <a:t>Immagina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Calibri"/>
              </a:rPr>
              <a:t> di </a:t>
            </a:r>
            <a:r>
              <a:rPr lang="en-US" sz="1400" b="1" i="0" u="none" strike="noStrike" baseline="0" dirty="0" err="1">
                <a:solidFill>
                  <a:srgbClr val="000000"/>
                </a:solidFill>
                <a:latin typeface="Calibri"/>
              </a:rPr>
              <a:t>avere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Calibri"/>
              </a:rPr>
              <a:t>:</a:t>
            </a:r>
            <a:r>
              <a:rPr lang="it-IT" sz="1400" b="0" i="0" dirty="0">
                <a:latin typeface="Calibri"/>
              </a:rPr>
              <a:t>​</a:t>
            </a:r>
          </a:p>
          <a:p>
            <a:pPr>
              <a:lnSpc>
                <a:spcPts val="1443"/>
              </a:lnSpc>
            </a:pPr>
            <a:endParaRPr lang="it-IT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28600" lvl="0" indent="-228600" algn="l" rtl="0">
              <a:lnSpc>
                <a:spcPts val="1443"/>
              </a:lnSpc>
              <a:buFont typeface=""/>
              <a:buChar char="•"/>
            </a:pPr>
            <a:r>
              <a:rPr lang="en-US" sz="1400" b="0" i="0" u="none" strike="noStrike" baseline="0" dirty="0" err="1">
                <a:solidFill>
                  <a:srgbClr val="000000"/>
                </a:solidFill>
                <a:latin typeface="Consolas"/>
                <a:ea typeface="Arial"/>
                <a:cs typeface="Arial"/>
              </a:rPr>
              <a:t>HomeComponent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</a:t>
            </a:r>
            <a:r>
              <a:rPr lang="en-US" sz="1400" b="0" i="0" dirty="0">
                <a:latin typeface="Calibri"/>
                <a:ea typeface="Arial"/>
                <a:cs typeface="Arial"/>
              </a:rPr>
              <a:t>​</a:t>
            </a:r>
          </a:p>
          <a:p>
            <a:pPr marL="228600" indent="-228600">
              <a:lnSpc>
                <a:spcPts val="1443"/>
              </a:lnSpc>
              <a:buFont typeface=""/>
              <a:buChar char="•"/>
            </a:pPr>
            <a:endParaRPr lang="en-US" sz="1400" dirty="0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228600" indent="-228600">
              <a:lnSpc>
                <a:spcPts val="1443"/>
              </a:lnSpc>
              <a:buFont typeface=""/>
              <a:buChar char="•"/>
            </a:pPr>
            <a:r>
              <a:rPr lang="en-US" sz="1400" b="0" i="0" u="none" strike="noStrike" baseline="0" dirty="0" err="1">
                <a:solidFill>
                  <a:srgbClr val="000000"/>
                </a:solidFill>
                <a:latin typeface="Consolas"/>
                <a:ea typeface="Arial"/>
                <a:cs typeface="Arial"/>
              </a:rPr>
              <a:t>ProfileComponent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</a:t>
            </a:r>
            <a:r>
              <a:rPr lang="en-US" sz="1400" b="0" i="0" dirty="0">
                <a:latin typeface="Calibri"/>
                <a:ea typeface="Arial"/>
                <a:cs typeface="Arial"/>
              </a:rPr>
              <a:t>​</a:t>
            </a:r>
            <a:endParaRPr lang="en-US" sz="1400" dirty="0">
              <a:latin typeface="Calibri"/>
              <a:ea typeface="Arial"/>
              <a:cs typeface="Arial"/>
            </a:endParaRPr>
          </a:p>
          <a:p>
            <a:pPr marL="228600" lvl="0" indent="-228600" algn="l">
              <a:lnSpc>
                <a:spcPts val="1443"/>
              </a:lnSpc>
              <a:buFont typeface=""/>
              <a:buChar char="•"/>
            </a:pPr>
            <a:endParaRPr lang="en-US" sz="1400" b="0" i="0" dirty="0">
              <a:latin typeface="Calibri"/>
              <a:ea typeface="Arial"/>
              <a:cs typeface="Arial"/>
            </a:endParaRPr>
          </a:p>
          <a:p>
            <a:pPr>
              <a:lnSpc>
                <a:spcPts val="1443"/>
              </a:lnSpc>
            </a:pPr>
            <a:r>
              <a:rPr lang="en-US" sz="1400" b="0" i="0" u="none" strike="noStrike" baseline="0" dirty="0" err="1">
                <a:solidFill>
                  <a:srgbClr val="000000"/>
                </a:solidFill>
                <a:latin typeface="Calibri"/>
              </a:rPr>
              <a:t>Entrambi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Calibri"/>
              </a:rPr>
              <a:t>devono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 --&gt; </a:t>
            </a:r>
            <a:r>
              <a:rPr lang="en-US" sz="1400" dirty="0" err="1">
                <a:solidFill>
                  <a:srgbClr val="000000"/>
                </a:solidFill>
                <a:latin typeface="Calibri"/>
              </a:rPr>
              <a:t>recuperare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Calibri"/>
              </a:rPr>
              <a:t>i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Calibri"/>
              </a:rPr>
              <a:t>dati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Calibri"/>
              </a:rPr>
              <a:t>dell’utente</a:t>
            </a:r>
            <a:endParaRPr lang="en-US" sz="1400" b="0" i="0" u="none" strike="noStrike" baseline="0" dirty="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9636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Cos’è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Gestisce stile e layout</a:t>
            </a:r>
          </a:p>
          <a:p>
            <a:r>
              <a:t>Colori, font, spaziature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in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Stili per componente</a:t>
            </a:r>
          </a:p>
          <a:p>
            <a:r>
              <a:t>Isolamento degli stili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display: flex</a:t>
            </a:r>
          </a:p>
          <a:p>
            <a:r>
              <a:t>Allineamento e distribuzione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C43F25C-9A35-D76E-9D2A-33823F2CC1BA}"/>
              </a:ext>
            </a:extLst>
          </p:cNvPr>
          <p:cNvSpPr/>
          <p:nvPr/>
        </p:nvSpPr>
        <p:spPr>
          <a:xfrm>
            <a:off x="3775394" y="3121538"/>
            <a:ext cx="5047166" cy="165310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BF8969D-3F34-FEF7-48F5-863B880C3A92}"/>
              </a:ext>
            </a:extLst>
          </p:cNvPr>
          <p:cNvSpPr txBox="1"/>
          <p:nvPr/>
        </p:nvSpPr>
        <p:spPr>
          <a:xfrm>
            <a:off x="3943101" y="3433991"/>
            <a:ext cx="15772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dirty="0">
                <a:solidFill>
                  <a:schemeClr val="bg1"/>
                </a:solidFill>
                <a:ea typeface="Calibri"/>
                <a:cs typeface="Calibri"/>
              </a:rPr>
              <a:t>Flex </a:t>
            </a:r>
            <a:r>
              <a:rPr lang="it-IT" sz="1400">
                <a:solidFill>
                  <a:schemeClr val="bg1"/>
                </a:solidFill>
                <a:ea typeface="Calibri"/>
                <a:cs typeface="Calibri"/>
              </a:rPr>
              <a:t>Container</a:t>
            </a:r>
            <a:endParaRPr lang="it-IT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it-IT" sz="1400" dirty="0">
                <a:solidFill>
                  <a:schemeClr val="bg1"/>
                </a:solidFill>
                <a:ea typeface="Calibri"/>
                <a:cs typeface="Calibri"/>
              </a:rPr>
              <a:t>(</a:t>
            </a:r>
            <a:r>
              <a:rPr lang="it-IT" sz="1400" dirty="0" err="1">
                <a:solidFill>
                  <a:schemeClr val="bg1"/>
                </a:solidFill>
                <a:ea typeface="Calibri"/>
                <a:cs typeface="Calibri"/>
              </a:rPr>
              <a:t>display :</a:t>
            </a:r>
            <a:r>
              <a:rPr lang="it-IT" sz="1400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it-IT" sz="1400" dirty="0" err="1">
                <a:solidFill>
                  <a:schemeClr val="bg1"/>
                </a:solidFill>
                <a:ea typeface="Calibri"/>
                <a:cs typeface="Calibri"/>
              </a:rPr>
              <a:t>flex</a:t>
            </a:r>
            <a:endParaRPr lang="it-IT" sz="14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2B78FC87-8C2C-98B8-F3CA-BB9B9D5E50A4}"/>
              </a:ext>
            </a:extLst>
          </p:cNvPr>
          <p:cNvSpPr/>
          <p:nvPr/>
        </p:nvSpPr>
        <p:spPr>
          <a:xfrm>
            <a:off x="7594959" y="3557026"/>
            <a:ext cx="584976" cy="65485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F1822DDF-284E-C0FE-6718-C2E43F0D3B59}"/>
              </a:ext>
            </a:extLst>
          </p:cNvPr>
          <p:cNvSpPr/>
          <p:nvPr/>
        </p:nvSpPr>
        <p:spPr>
          <a:xfrm>
            <a:off x="6786375" y="3547042"/>
            <a:ext cx="545046" cy="66483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F529878A-220D-0318-89EA-B0C747BEAA26}"/>
              </a:ext>
            </a:extLst>
          </p:cNvPr>
          <p:cNvSpPr/>
          <p:nvPr/>
        </p:nvSpPr>
        <p:spPr>
          <a:xfrm>
            <a:off x="5818068" y="3547042"/>
            <a:ext cx="584976" cy="66483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DE3227F-1F84-0CFD-1704-37E674807116}"/>
              </a:ext>
            </a:extLst>
          </p:cNvPr>
          <p:cNvSpPr txBox="1"/>
          <p:nvPr/>
        </p:nvSpPr>
        <p:spPr>
          <a:xfrm>
            <a:off x="5859747" y="3693537"/>
            <a:ext cx="487148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900">
                <a:ea typeface="Calibri"/>
                <a:cs typeface="Calibri"/>
              </a:rPr>
              <a:t>Item 1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1362355-912A-13AE-9647-661058A23B93}"/>
              </a:ext>
            </a:extLst>
          </p:cNvPr>
          <p:cNvSpPr txBox="1"/>
          <p:nvPr/>
        </p:nvSpPr>
        <p:spPr>
          <a:xfrm>
            <a:off x="7636637" y="3693537"/>
            <a:ext cx="487148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900">
                <a:ea typeface="Calibri"/>
                <a:cs typeface="Calibri"/>
              </a:rPr>
              <a:t>Item 3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0E429E9-1092-F25B-8C2F-5C6FA310EC30}"/>
              </a:ext>
            </a:extLst>
          </p:cNvPr>
          <p:cNvSpPr txBox="1"/>
          <p:nvPr/>
        </p:nvSpPr>
        <p:spPr>
          <a:xfrm>
            <a:off x="6838034" y="3693536"/>
            <a:ext cx="487148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900" dirty="0">
                <a:ea typeface="Calibri"/>
                <a:cs typeface="Calibri"/>
              </a:rPr>
              <a:t>Item </a:t>
            </a:r>
            <a:r>
              <a:rPr lang="it-IT" sz="900">
                <a:ea typeface="Calibri"/>
                <a:cs typeface="Calibri"/>
              </a:rPr>
              <a:t>2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AFB6A1D-0408-8F6C-20B5-B99A8DCE917D}"/>
              </a:ext>
            </a:extLst>
          </p:cNvPr>
          <p:cNvSpPr txBox="1"/>
          <p:nvPr/>
        </p:nvSpPr>
        <p:spPr>
          <a:xfrm>
            <a:off x="367504" y="3513090"/>
            <a:ext cx="259744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ea typeface="+mn-lt"/>
                <a:cs typeface="+mn-lt"/>
              </a:rPr>
              <a:t>ESEMPIO</a:t>
            </a:r>
            <a:endParaRPr lang="it-IT" b="1" dirty="0">
              <a:ea typeface="+mn-lt"/>
              <a:cs typeface="+mn-lt"/>
            </a:endParaRPr>
          </a:p>
          <a:p>
            <a:r>
              <a:rPr lang="it-IT">
                <a:ea typeface="+mn-lt"/>
                <a:cs typeface="+mn-lt"/>
              </a:rPr>
              <a:t>.container {</a:t>
            </a:r>
            <a:endParaRPr lang="it-IT">
              <a:ea typeface="Calibri"/>
              <a:cs typeface="Calibri"/>
            </a:endParaRPr>
          </a:p>
          <a:p>
            <a:r>
              <a:rPr lang="it-IT" dirty="0">
                <a:ea typeface="+mn-lt"/>
                <a:cs typeface="+mn-lt"/>
              </a:rPr>
              <a:t> display: </a:t>
            </a:r>
            <a:r>
              <a:rPr lang="it-IT" dirty="0" err="1">
                <a:ea typeface="+mn-lt"/>
                <a:cs typeface="+mn-lt"/>
              </a:rPr>
              <a:t>flex</a:t>
            </a:r>
            <a:r>
              <a:rPr lang="it-IT" dirty="0">
                <a:ea typeface="+mn-lt"/>
                <a:cs typeface="+mn-lt"/>
              </a:rPr>
              <a:t>;</a:t>
            </a:r>
            <a:endParaRPr lang="it-IT" dirty="0"/>
          </a:p>
          <a:p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justify-content</a:t>
            </a:r>
            <a:r>
              <a:rPr lang="it-IT" dirty="0">
                <a:ea typeface="+mn-lt"/>
                <a:cs typeface="+mn-lt"/>
              </a:rPr>
              <a:t>: </a:t>
            </a:r>
            <a:r>
              <a:rPr lang="it-IT" dirty="0" err="1">
                <a:ea typeface="+mn-lt"/>
                <a:cs typeface="+mn-lt"/>
              </a:rPr>
              <a:t>space-between</a:t>
            </a:r>
            <a:r>
              <a:rPr lang="it-IT" dirty="0">
                <a:ea typeface="+mn-lt"/>
                <a:cs typeface="+mn-lt"/>
              </a:rPr>
              <a:t>;</a:t>
            </a:r>
            <a:endParaRPr lang="it-IT" dirty="0"/>
          </a:p>
          <a:p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align</a:t>
            </a:r>
            <a:r>
              <a:rPr lang="it-IT" dirty="0">
                <a:ea typeface="+mn-lt"/>
                <a:cs typeface="+mn-lt"/>
              </a:rPr>
              <a:t>-items: center;</a:t>
            </a:r>
            <a:endParaRPr lang="it-IT" dirty="0"/>
          </a:p>
          <a:p>
            <a:pPr algn="l"/>
            <a:r>
              <a:rPr lang="it-IT">
                <a:ea typeface="+mn-lt"/>
                <a:cs typeface="+mn-lt"/>
              </a:rPr>
              <a:t>}</a:t>
            </a:r>
            <a:endParaRPr lang="it-IT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996AE6C2-DB70-AB13-8265-CBFB7B1FD267}"/>
              </a:ext>
            </a:extLst>
          </p:cNvPr>
          <p:cNvCxnSpPr/>
          <p:nvPr/>
        </p:nvCxnSpPr>
        <p:spPr>
          <a:xfrm flipV="1">
            <a:off x="2795856" y="3835038"/>
            <a:ext cx="954329" cy="6628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Lifecycle Hooks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 err="1"/>
              <a:t>NgOnInit</a:t>
            </a:r>
            <a:r>
              <a:rPr lang="it-IT" dirty="0"/>
              <a:t> -&gt; avviene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inizializazione</a:t>
            </a:r>
            <a:r>
              <a:rPr lang="it-IT" dirty="0"/>
              <a:t> della pagina</a:t>
            </a:r>
            <a:endParaRPr lang="it-IT" dirty="0">
              <a:ea typeface="Calibri"/>
              <a:cs typeface="Calibri"/>
            </a:endParaRPr>
          </a:p>
          <a:p>
            <a:r>
              <a:rPr lang="it-IT" dirty="0" err="1"/>
              <a:t>NgOnChanges</a:t>
            </a:r>
            <a:r>
              <a:rPr lang="it-IT" dirty="0"/>
              <a:t> -&gt; avviene al cambio di una un elemento</a:t>
            </a:r>
            <a:endParaRPr lang="it-IT" dirty="0">
              <a:ea typeface="Calibri"/>
              <a:cs typeface="Calibri"/>
            </a:endParaRPr>
          </a:p>
          <a:p>
            <a:r>
              <a:rPr lang="it-IT" dirty="0" err="1"/>
              <a:t>NgOnDestroy</a:t>
            </a:r>
            <a:r>
              <a:rPr lang="it-IT" dirty="0"/>
              <a:t> -&gt; avviene alla cancellazione di un </a:t>
            </a:r>
            <a:r>
              <a:rPr lang="it-IT" dirty="0" err="1"/>
              <a:t>element</a:t>
            </a:r>
            <a:r>
              <a:rPr lang="it-IT" dirty="0"/>
              <a:t>o</a:t>
            </a:r>
            <a:endParaRPr u="sng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 err="1"/>
              <a:t>Navigazione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componenti</a:t>
            </a:r>
            <a:endParaRPr lang="it-IT" dirty="0" err="1">
              <a:ea typeface="Calibri"/>
              <a:cs typeface="Calibri"/>
            </a:endParaRPr>
          </a:p>
          <a:p>
            <a:r>
              <a:rPr dirty="0" err="1"/>
              <a:t>Definizione</a:t>
            </a:r>
            <a:r>
              <a:rPr dirty="0"/>
              <a:t> delle rotte</a:t>
            </a:r>
            <a:endParaRPr dirty="0">
              <a:ea typeface="Calibri"/>
              <a:cs typeface="Calibri"/>
            </a:endParaRPr>
          </a:p>
          <a:p>
            <a:endParaRPr lang="it-IT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 dirty="0">
              <a:ea typeface="Calibri"/>
              <a:cs typeface="Calibri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85AB69C7-7065-7582-0677-F6A33120FA3A}"/>
              </a:ext>
            </a:extLst>
          </p:cNvPr>
          <p:cNvSpPr/>
          <p:nvPr/>
        </p:nvSpPr>
        <p:spPr>
          <a:xfrm>
            <a:off x="1469428" y="3061642"/>
            <a:ext cx="4548040" cy="2321936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ct val="20000"/>
              </a:spcBef>
            </a:pPr>
            <a:r>
              <a:rPr lang="en-US" sz="1400">
                <a:solidFill>
                  <a:srgbClr val="FF0000"/>
                </a:solidFill>
                <a:ea typeface="Calibri"/>
                <a:cs typeface="Calibri"/>
              </a:rPr>
              <a:t>const routes: Routes</a:t>
            </a:r>
            <a:r>
              <a:rPr lang="en-US" sz="1400">
                <a:solidFill>
                  <a:srgbClr val="000000"/>
                </a:solidFill>
                <a:ea typeface="Calibri"/>
                <a:cs typeface="Calibri"/>
              </a:rPr>
              <a:t> = [</a:t>
            </a:r>
            <a:endParaRPr lang="it-IT" sz="1400"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r>
              <a:rPr lang="en-US" sz="1400" dirty="0">
                <a:solidFill>
                  <a:srgbClr val="000000"/>
                </a:solidFill>
                <a:ea typeface="Calibri"/>
                <a:cs typeface="Calibri"/>
              </a:rPr>
              <a:t>{ </a:t>
            </a:r>
            <a:r>
              <a:rPr lang="en-US" sz="1400" dirty="0">
                <a:solidFill>
                  <a:schemeClr val="accent4"/>
                </a:solidFill>
                <a:ea typeface="Calibri"/>
                <a:cs typeface="Calibri"/>
              </a:rPr>
              <a:t>path</a:t>
            </a:r>
            <a:r>
              <a:rPr lang="en-US" sz="1400" dirty="0">
                <a:solidFill>
                  <a:srgbClr val="000000"/>
                </a:solidFill>
                <a:ea typeface="Calibri"/>
                <a:cs typeface="Calibri"/>
              </a:rPr>
              <a:t>:</a:t>
            </a:r>
            <a:r>
              <a:rPr lang="en-US" sz="1400" dirty="0">
                <a:solidFill>
                  <a:schemeClr val="accent6"/>
                </a:solidFill>
                <a:ea typeface="Calibri"/>
                <a:cs typeface="Calibri"/>
              </a:rPr>
              <a:t> 'home'</a:t>
            </a:r>
            <a:r>
              <a:rPr lang="en-US" sz="1400" dirty="0">
                <a:solidFill>
                  <a:srgbClr val="000000"/>
                </a:solidFill>
                <a:ea typeface="Calibri"/>
                <a:cs typeface="Calibri"/>
              </a:rPr>
              <a:t>, </a:t>
            </a:r>
            <a:r>
              <a:rPr lang="en-US" sz="1400" dirty="0">
                <a:solidFill>
                  <a:schemeClr val="accent4"/>
                </a:solidFill>
                <a:ea typeface="Calibri"/>
                <a:cs typeface="Calibri"/>
              </a:rPr>
              <a:t>component</a:t>
            </a:r>
            <a:r>
              <a:rPr lang="en-US" sz="1400" dirty="0">
                <a:solidFill>
                  <a:srgbClr val="000000"/>
                </a:solidFill>
                <a:ea typeface="Calibri"/>
                <a:cs typeface="Calibri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a typeface="Calibri"/>
                <a:cs typeface="Calibri"/>
              </a:rPr>
              <a:t>HomeComponent</a:t>
            </a:r>
            <a:r>
              <a:rPr lang="en-US" sz="1400" dirty="0">
                <a:solidFill>
                  <a:srgbClr val="000000"/>
                </a:solidFill>
                <a:ea typeface="Calibri"/>
                <a:cs typeface="Calibri"/>
              </a:rPr>
              <a:t> },</a:t>
            </a:r>
            <a:endParaRPr lang="it-IT" sz="1400" dirty="0"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r>
              <a:rPr lang="en-US" sz="1400" dirty="0">
                <a:solidFill>
                  <a:srgbClr val="000000"/>
                </a:solidFill>
                <a:ea typeface="Calibri"/>
                <a:cs typeface="Calibri"/>
              </a:rPr>
              <a:t>{ </a:t>
            </a:r>
            <a:r>
              <a:rPr lang="en-US" sz="1400" dirty="0">
                <a:solidFill>
                  <a:schemeClr val="accent4"/>
                </a:solidFill>
                <a:ea typeface="Calibri"/>
                <a:cs typeface="Calibri"/>
              </a:rPr>
              <a:t>path</a:t>
            </a:r>
            <a:r>
              <a:rPr lang="en-US" sz="1400" dirty="0">
                <a:solidFill>
                  <a:srgbClr val="000000"/>
                </a:solidFill>
                <a:ea typeface="Calibri"/>
                <a:cs typeface="Calibri"/>
              </a:rPr>
              <a:t>: </a:t>
            </a:r>
            <a:r>
              <a:rPr lang="en-US" sz="1400" dirty="0">
                <a:solidFill>
                  <a:schemeClr val="accent6"/>
                </a:solidFill>
                <a:ea typeface="Calibri"/>
                <a:cs typeface="Calibri"/>
              </a:rPr>
              <a:t>'profile'</a:t>
            </a:r>
            <a:r>
              <a:rPr lang="en-US" sz="1400" dirty="0">
                <a:solidFill>
                  <a:srgbClr val="000000"/>
                </a:solidFill>
                <a:ea typeface="Calibri"/>
                <a:cs typeface="Calibri"/>
              </a:rPr>
              <a:t>, </a:t>
            </a:r>
            <a:r>
              <a:rPr lang="en-US" sz="1400" dirty="0">
                <a:solidFill>
                  <a:schemeClr val="accent4"/>
                </a:solidFill>
                <a:ea typeface="Calibri"/>
                <a:cs typeface="Calibri"/>
              </a:rPr>
              <a:t>component</a:t>
            </a:r>
            <a:r>
              <a:rPr lang="en-US" sz="1400" dirty="0">
                <a:solidFill>
                  <a:srgbClr val="000000"/>
                </a:solidFill>
                <a:ea typeface="Calibri"/>
                <a:cs typeface="Calibri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a typeface="Calibri"/>
                <a:cs typeface="Calibri"/>
              </a:rPr>
              <a:t>ProfileComponent</a:t>
            </a:r>
            <a:r>
              <a:rPr lang="en-US" sz="1400" dirty="0">
                <a:solidFill>
                  <a:srgbClr val="000000"/>
                </a:solidFill>
                <a:ea typeface="Calibri"/>
                <a:cs typeface="Calibri"/>
              </a:rPr>
              <a:t> }</a:t>
            </a:r>
            <a:endParaRPr lang="it-IT" sz="1400" dirty="0"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r>
              <a:rPr lang="en-US" sz="1400">
                <a:solidFill>
                  <a:srgbClr val="000000"/>
                </a:solidFill>
                <a:ea typeface="Calibri"/>
                <a:cs typeface="Calibri"/>
              </a:rPr>
              <a:t>];</a:t>
            </a:r>
            <a:endParaRPr lang="it-IT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Consigli finali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Componenti piccoli</a:t>
            </a:r>
          </a:p>
          <a:p>
            <a:r>
              <a:t>Separare logica/UI</a:t>
            </a:r>
          </a:p>
          <a:p>
            <a:r>
              <a:t>Usare servizi</a:t>
            </a:r>
          </a:p>
          <a:p>
            <a:r>
              <a:t>Codice tipizzato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Presentazione su schermo (4:3)</PresentationFormat>
  <Paragraphs>0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18" baseType="lpstr">
      <vt:lpstr>Office Theme</vt:lpstr>
      <vt:lpstr> Angular + TypeScript + CSS</vt:lpstr>
      <vt:lpstr>Cos’è Angular</vt:lpstr>
      <vt:lpstr>Come installarlo</vt:lpstr>
      <vt:lpstr>Struttura di un componente</vt:lpstr>
      <vt:lpstr>Cos’è TypeScript</vt:lpstr>
      <vt:lpstr>Data Binding</vt:lpstr>
      <vt:lpstr>Direttive principali</vt:lpstr>
      <vt:lpstr>Tipi base</vt:lpstr>
      <vt:lpstr>Interfacce e classi</vt:lpstr>
      <vt:lpstr>Servizi in Angular</vt:lpstr>
      <vt:lpstr>Logica Condivisa</vt:lpstr>
      <vt:lpstr>Cos’è CSS</vt:lpstr>
      <vt:lpstr>CSS in Angular</vt:lpstr>
      <vt:lpstr>Flexbox</vt:lpstr>
      <vt:lpstr>Lifecycle Hooks</vt:lpstr>
      <vt:lpstr>Routing</vt:lpstr>
      <vt:lpstr>Consigli finali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206</cp:revision>
  <dcterms:created xsi:type="dcterms:W3CDTF">2013-01-27T09:14:16Z</dcterms:created>
  <dcterms:modified xsi:type="dcterms:W3CDTF">2026-04-13T11:58:52Z</dcterms:modified>
  <cp:category/>
</cp:coreProperties>
</file>